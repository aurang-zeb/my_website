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D3AEBC-72C7-4F7A-93CC-740E6B88F11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B27A487-E135-4341-99A6-D39AB425F104}">
      <dgm:prSet/>
      <dgm:spPr/>
      <dgm:t>
        <a:bodyPr/>
        <a:lstStyle/>
        <a:p>
          <a:r>
            <a:rPr lang="en-US"/>
            <a:t>Kazerne Dossin shows harm caused by political decisions.</a:t>
          </a:r>
        </a:p>
      </dgm:t>
    </dgm:pt>
    <dgm:pt modelId="{9BADFAAF-DACD-4CA9-9213-DAFE14C884DF}" type="parTrans" cxnId="{BCE751DE-FAA5-4DB6-8B75-17FAF8AC5801}">
      <dgm:prSet/>
      <dgm:spPr/>
      <dgm:t>
        <a:bodyPr/>
        <a:lstStyle/>
        <a:p>
          <a:endParaRPr lang="en-US"/>
        </a:p>
      </dgm:t>
    </dgm:pt>
    <dgm:pt modelId="{110C2866-6056-4AF0-B2BA-43ADAC5CB978}" type="sibTrans" cxnId="{BCE751DE-FAA5-4DB6-8B75-17FAF8AC5801}">
      <dgm:prSet/>
      <dgm:spPr/>
      <dgm:t>
        <a:bodyPr/>
        <a:lstStyle/>
        <a:p>
          <a:endParaRPr lang="en-US"/>
        </a:p>
      </dgm:t>
    </dgm:pt>
    <dgm:pt modelId="{940750A9-FC1F-4EB7-BC7F-481A60D1963B}">
      <dgm:prSet/>
      <dgm:spPr/>
      <dgm:t>
        <a:bodyPr/>
        <a:lstStyle/>
        <a:p>
          <a:r>
            <a:rPr lang="en-US"/>
            <a:t>Today youth also feel stress.</a:t>
          </a:r>
        </a:p>
      </dgm:t>
    </dgm:pt>
    <dgm:pt modelId="{D7D7DEE6-84F6-4B76-8FF6-E2F8AACDA3E6}" type="parTrans" cxnId="{E6635A0D-21E0-44D8-B291-2944E7DC26D1}">
      <dgm:prSet/>
      <dgm:spPr/>
      <dgm:t>
        <a:bodyPr/>
        <a:lstStyle/>
        <a:p>
          <a:endParaRPr lang="en-US"/>
        </a:p>
      </dgm:t>
    </dgm:pt>
    <dgm:pt modelId="{FD520353-FE17-431B-96D6-E3504B0ABF29}" type="sibTrans" cxnId="{E6635A0D-21E0-44D8-B291-2944E7DC26D1}">
      <dgm:prSet/>
      <dgm:spPr/>
      <dgm:t>
        <a:bodyPr/>
        <a:lstStyle/>
        <a:p>
          <a:endParaRPr lang="en-US"/>
        </a:p>
      </dgm:t>
    </dgm:pt>
    <dgm:pt modelId="{78936287-1F94-4469-AE9C-06CD2B3CE044}">
      <dgm:prSet/>
      <dgm:spPr/>
      <dgm:t>
        <a:bodyPr/>
        <a:lstStyle/>
        <a:p>
          <a:r>
            <a:rPr lang="en-US"/>
            <a:t>We explore feelings and calm.</a:t>
          </a:r>
        </a:p>
      </dgm:t>
    </dgm:pt>
    <dgm:pt modelId="{BE2A163D-B770-483B-A733-006508188C3D}" type="parTrans" cxnId="{10345668-FBCA-44F5-ADE0-07E09561858E}">
      <dgm:prSet/>
      <dgm:spPr/>
      <dgm:t>
        <a:bodyPr/>
        <a:lstStyle/>
        <a:p>
          <a:endParaRPr lang="en-US"/>
        </a:p>
      </dgm:t>
    </dgm:pt>
    <dgm:pt modelId="{0E0A1475-8BCA-4CA6-8899-F8B1FDD17539}" type="sibTrans" cxnId="{10345668-FBCA-44F5-ADE0-07E09561858E}">
      <dgm:prSet/>
      <dgm:spPr/>
      <dgm:t>
        <a:bodyPr/>
        <a:lstStyle/>
        <a:p>
          <a:endParaRPr lang="en-US"/>
        </a:p>
      </dgm:t>
    </dgm:pt>
    <dgm:pt modelId="{167FC2D9-0A86-43F6-82AA-B6676BFFC883}" type="pres">
      <dgm:prSet presAssocID="{28D3AEBC-72C7-4F7A-93CC-740E6B88F11A}" presName="root" presStyleCnt="0">
        <dgm:presLayoutVars>
          <dgm:dir/>
          <dgm:resizeHandles val="exact"/>
        </dgm:presLayoutVars>
      </dgm:prSet>
      <dgm:spPr/>
    </dgm:pt>
    <dgm:pt modelId="{0E381749-F181-4111-819B-EC00EFEE7280}" type="pres">
      <dgm:prSet presAssocID="{EB27A487-E135-4341-99A6-D39AB425F104}" presName="compNode" presStyleCnt="0"/>
      <dgm:spPr/>
    </dgm:pt>
    <dgm:pt modelId="{7F5F161E-0AEE-452A-A9F9-1BD29225725D}" type="pres">
      <dgm:prSet presAssocID="{EB27A487-E135-4341-99A6-D39AB425F104}" presName="bgRect" presStyleLbl="bgShp" presStyleIdx="0" presStyleCnt="3"/>
      <dgm:spPr/>
    </dgm:pt>
    <dgm:pt modelId="{CC87860B-B634-4990-8603-2DE9AD3B30E3}" type="pres">
      <dgm:prSet presAssocID="{EB27A487-E135-4341-99A6-D39AB425F10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288947F9-2B13-42B5-985D-22D72E2D0587}" type="pres">
      <dgm:prSet presAssocID="{EB27A487-E135-4341-99A6-D39AB425F104}" presName="spaceRect" presStyleCnt="0"/>
      <dgm:spPr/>
    </dgm:pt>
    <dgm:pt modelId="{C77328CA-1AD4-4572-850A-3BC33E724A02}" type="pres">
      <dgm:prSet presAssocID="{EB27A487-E135-4341-99A6-D39AB425F104}" presName="parTx" presStyleLbl="revTx" presStyleIdx="0" presStyleCnt="3">
        <dgm:presLayoutVars>
          <dgm:chMax val="0"/>
          <dgm:chPref val="0"/>
        </dgm:presLayoutVars>
      </dgm:prSet>
      <dgm:spPr/>
    </dgm:pt>
    <dgm:pt modelId="{80B26747-1279-4A94-A1C0-EAC85DE647AA}" type="pres">
      <dgm:prSet presAssocID="{110C2866-6056-4AF0-B2BA-43ADAC5CB978}" presName="sibTrans" presStyleCnt="0"/>
      <dgm:spPr/>
    </dgm:pt>
    <dgm:pt modelId="{11ECCF04-DFBC-4271-92DC-E7C0311D7DFC}" type="pres">
      <dgm:prSet presAssocID="{940750A9-FC1F-4EB7-BC7F-481A60D1963B}" presName="compNode" presStyleCnt="0"/>
      <dgm:spPr/>
    </dgm:pt>
    <dgm:pt modelId="{CD5E5063-D6AD-4DE2-B460-FAA99FA23A2B}" type="pres">
      <dgm:prSet presAssocID="{940750A9-FC1F-4EB7-BC7F-481A60D1963B}" presName="bgRect" presStyleLbl="bgShp" presStyleIdx="1" presStyleCnt="3"/>
      <dgm:spPr/>
    </dgm:pt>
    <dgm:pt modelId="{5C982706-BAC2-4B66-8465-868647F8B94B}" type="pres">
      <dgm:prSet presAssocID="{940750A9-FC1F-4EB7-BC7F-481A60D1963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ried Face with No Fill"/>
        </a:ext>
      </dgm:extLst>
    </dgm:pt>
    <dgm:pt modelId="{CE10F478-574D-4DFD-BB3A-9519E4B738FA}" type="pres">
      <dgm:prSet presAssocID="{940750A9-FC1F-4EB7-BC7F-481A60D1963B}" presName="spaceRect" presStyleCnt="0"/>
      <dgm:spPr/>
    </dgm:pt>
    <dgm:pt modelId="{B4749CEB-5202-4AF1-8A52-A82EEFF71972}" type="pres">
      <dgm:prSet presAssocID="{940750A9-FC1F-4EB7-BC7F-481A60D1963B}" presName="parTx" presStyleLbl="revTx" presStyleIdx="1" presStyleCnt="3">
        <dgm:presLayoutVars>
          <dgm:chMax val="0"/>
          <dgm:chPref val="0"/>
        </dgm:presLayoutVars>
      </dgm:prSet>
      <dgm:spPr/>
    </dgm:pt>
    <dgm:pt modelId="{9893A34D-EC70-410B-9136-493C1FF9BF9C}" type="pres">
      <dgm:prSet presAssocID="{FD520353-FE17-431B-96D6-E3504B0ABF29}" presName="sibTrans" presStyleCnt="0"/>
      <dgm:spPr/>
    </dgm:pt>
    <dgm:pt modelId="{0B5FA5C5-43CA-43E1-8070-AC744C95E511}" type="pres">
      <dgm:prSet presAssocID="{78936287-1F94-4469-AE9C-06CD2B3CE044}" presName="compNode" presStyleCnt="0"/>
      <dgm:spPr/>
    </dgm:pt>
    <dgm:pt modelId="{53D38923-F721-4CC2-B6CF-A6D7513D1A0F}" type="pres">
      <dgm:prSet presAssocID="{78936287-1F94-4469-AE9C-06CD2B3CE044}" presName="bgRect" presStyleLbl="bgShp" presStyleIdx="2" presStyleCnt="3"/>
      <dgm:spPr/>
    </dgm:pt>
    <dgm:pt modelId="{3A005E1E-C060-4870-B0B9-AD4D65902CC0}" type="pres">
      <dgm:prSet presAssocID="{78936287-1F94-4469-AE9C-06CD2B3CE04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nny Face Outline"/>
        </a:ext>
      </dgm:extLst>
    </dgm:pt>
    <dgm:pt modelId="{E3DF805E-9D4B-4AF0-AD2B-55E34F2EE17F}" type="pres">
      <dgm:prSet presAssocID="{78936287-1F94-4469-AE9C-06CD2B3CE044}" presName="spaceRect" presStyleCnt="0"/>
      <dgm:spPr/>
    </dgm:pt>
    <dgm:pt modelId="{4D5D9A29-385B-4BFC-BEB0-2B3F44C2949C}" type="pres">
      <dgm:prSet presAssocID="{78936287-1F94-4469-AE9C-06CD2B3CE04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0451E0D-224B-4A49-92DC-9FF9BCD83E35}" type="presOf" srcId="{28D3AEBC-72C7-4F7A-93CC-740E6B88F11A}" destId="{167FC2D9-0A86-43F6-82AA-B6676BFFC883}" srcOrd="0" destOrd="0" presId="urn:microsoft.com/office/officeart/2018/2/layout/IconVerticalSolidList"/>
    <dgm:cxn modelId="{E6635A0D-21E0-44D8-B291-2944E7DC26D1}" srcId="{28D3AEBC-72C7-4F7A-93CC-740E6B88F11A}" destId="{940750A9-FC1F-4EB7-BC7F-481A60D1963B}" srcOrd="1" destOrd="0" parTransId="{D7D7DEE6-84F6-4B76-8FF6-E2F8AACDA3E6}" sibTransId="{FD520353-FE17-431B-96D6-E3504B0ABF29}"/>
    <dgm:cxn modelId="{D14A7443-A471-434E-AFA8-5539D4B07534}" type="presOf" srcId="{EB27A487-E135-4341-99A6-D39AB425F104}" destId="{C77328CA-1AD4-4572-850A-3BC33E724A02}" srcOrd="0" destOrd="0" presId="urn:microsoft.com/office/officeart/2018/2/layout/IconVerticalSolidList"/>
    <dgm:cxn modelId="{10345668-FBCA-44F5-ADE0-07E09561858E}" srcId="{28D3AEBC-72C7-4F7A-93CC-740E6B88F11A}" destId="{78936287-1F94-4469-AE9C-06CD2B3CE044}" srcOrd="2" destOrd="0" parTransId="{BE2A163D-B770-483B-A733-006508188C3D}" sibTransId="{0E0A1475-8BCA-4CA6-8899-F8B1FDD17539}"/>
    <dgm:cxn modelId="{64935158-11FF-4ABA-8A62-E5871CAB6C35}" type="presOf" srcId="{940750A9-FC1F-4EB7-BC7F-481A60D1963B}" destId="{B4749CEB-5202-4AF1-8A52-A82EEFF71972}" srcOrd="0" destOrd="0" presId="urn:microsoft.com/office/officeart/2018/2/layout/IconVerticalSolidList"/>
    <dgm:cxn modelId="{41333191-35A5-43E8-9300-551A4FE5BB04}" type="presOf" srcId="{78936287-1F94-4469-AE9C-06CD2B3CE044}" destId="{4D5D9A29-385B-4BFC-BEB0-2B3F44C2949C}" srcOrd="0" destOrd="0" presId="urn:microsoft.com/office/officeart/2018/2/layout/IconVerticalSolidList"/>
    <dgm:cxn modelId="{BCE751DE-FAA5-4DB6-8B75-17FAF8AC5801}" srcId="{28D3AEBC-72C7-4F7A-93CC-740E6B88F11A}" destId="{EB27A487-E135-4341-99A6-D39AB425F104}" srcOrd="0" destOrd="0" parTransId="{9BADFAAF-DACD-4CA9-9213-DAFE14C884DF}" sibTransId="{110C2866-6056-4AF0-B2BA-43ADAC5CB978}"/>
    <dgm:cxn modelId="{285359D7-9B8B-4335-A5A4-E52CEF7FE5B4}" type="presParOf" srcId="{167FC2D9-0A86-43F6-82AA-B6676BFFC883}" destId="{0E381749-F181-4111-819B-EC00EFEE7280}" srcOrd="0" destOrd="0" presId="urn:microsoft.com/office/officeart/2018/2/layout/IconVerticalSolidList"/>
    <dgm:cxn modelId="{9648A97A-4ECB-4934-B4A2-AFDF68856CA9}" type="presParOf" srcId="{0E381749-F181-4111-819B-EC00EFEE7280}" destId="{7F5F161E-0AEE-452A-A9F9-1BD29225725D}" srcOrd="0" destOrd="0" presId="urn:microsoft.com/office/officeart/2018/2/layout/IconVerticalSolidList"/>
    <dgm:cxn modelId="{ED392797-FC3F-41AA-83CD-FFAE7692741B}" type="presParOf" srcId="{0E381749-F181-4111-819B-EC00EFEE7280}" destId="{CC87860B-B634-4990-8603-2DE9AD3B30E3}" srcOrd="1" destOrd="0" presId="urn:microsoft.com/office/officeart/2018/2/layout/IconVerticalSolidList"/>
    <dgm:cxn modelId="{5F01B443-5BD7-4887-AC90-9CB2581A53B6}" type="presParOf" srcId="{0E381749-F181-4111-819B-EC00EFEE7280}" destId="{288947F9-2B13-42B5-985D-22D72E2D0587}" srcOrd="2" destOrd="0" presId="urn:microsoft.com/office/officeart/2018/2/layout/IconVerticalSolidList"/>
    <dgm:cxn modelId="{546C22C8-E64B-439E-A6B9-57B971B4B6DD}" type="presParOf" srcId="{0E381749-F181-4111-819B-EC00EFEE7280}" destId="{C77328CA-1AD4-4572-850A-3BC33E724A02}" srcOrd="3" destOrd="0" presId="urn:microsoft.com/office/officeart/2018/2/layout/IconVerticalSolidList"/>
    <dgm:cxn modelId="{C5E138D2-032F-4A18-A260-3E378AD3BF63}" type="presParOf" srcId="{167FC2D9-0A86-43F6-82AA-B6676BFFC883}" destId="{80B26747-1279-4A94-A1C0-EAC85DE647AA}" srcOrd="1" destOrd="0" presId="urn:microsoft.com/office/officeart/2018/2/layout/IconVerticalSolidList"/>
    <dgm:cxn modelId="{12557227-DD57-4399-8ABE-BB1DDE45CDBC}" type="presParOf" srcId="{167FC2D9-0A86-43F6-82AA-B6676BFFC883}" destId="{11ECCF04-DFBC-4271-92DC-E7C0311D7DFC}" srcOrd="2" destOrd="0" presId="urn:microsoft.com/office/officeart/2018/2/layout/IconVerticalSolidList"/>
    <dgm:cxn modelId="{E7634D56-88AC-4D7E-A0A8-06214FA8B0F5}" type="presParOf" srcId="{11ECCF04-DFBC-4271-92DC-E7C0311D7DFC}" destId="{CD5E5063-D6AD-4DE2-B460-FAA99FA23A2B}" srcOrd="0" destOrd="0" presId="urn:microsoft.com/office/officeart/2018/2/layout/IconVerticalSolidList"/>
    <dgm:cxn modelId="{502AF879-6A94-4A47-BA26-7B33602DD01F}" type="presParOf" srcId="{11ECCF04-DFBC-4271-92DC-E7C0311D7DFC}" destId="{5C982706-BAC2-4B66-8465-868647F8B94B}" srcOrd="1" destOrd="0" presId="urn:microsoft.com/office/officeart/2018/2/layout/IconVerticalSolidList"/>
    <dgm:cxn modelId="{6F35F17A-4A47-4063-B2E5-7CD439DEA9DF}" type="presParOf" srcId="{11ECCF04-DFBC-4271-92DC-E7C0311D7DFC}" destId="{CE10F478-574D-4DFD-BB3A-9519E4B738FA}" srcOrd="2" destOrd="0" presId="urn:microsoft.com/office/officeart/2018/2/layout/IconVerticalSolidList"/>
    <dgm:cxn modelId="{43F08A55-E198-46C0-800D-C2B21C4A023D}" type="presParOf" srcId="{11ECCF04-DFBC-4271-92DC-E7C0311D7DFC}" destId="{B4749CEB-5202-4AF1-8A52-A82EEFF71972}" srcOrd="3" destOrd="0" presId="urn:microsoft.com/office/officeart/2018/2/layout/IconVerticalSolidList"/>
    <dgm:cxn modelId="{B12378ED-45C1-4E63-85AC-E361BC248B84}" type="presParOf" srcId="{167FC2D9-0A86-43F6-82AA-B6676BFFC883}" destId="{9893A34D-EC70-410B-9136-493C1FF9BF9C}" srcOrd="3" destOrd="0" presId="urn:microsoft.com/office/officeart/2018/2/layout/IconVerticalSolidList"/>
    <dgm:cxn modelId="{F8B06EBC-A132-4082-B173-354A3445A317}" type="presParOf" srcId="{167FC2D9-0A86-43F6-82AA-B6676BFFC883}" destId="{0B5FA5C5-43CA-43E1-8070-AC744C95E511}" srcOrd="4" destOrd="0" presId="urn:microsoft.com/office/officeart/2018/2/layout/IconVerticalSolidList"/>
    <dgm:cxn modelId="{BBC7777B-4CB5-4071-B840-A6DD7CC7946D}" type="presParOf" srcId="{0B5FA5C5-43CA-43E1-8070-AC744C95E511}" destId="{53D38923-F721-4CC2-B6CF-A6D7513D1A0F}" srcOrd="0" destOrd="0" presId="urn:microsoft.com/office/officeart/2018/2/layout/IconVerticalSolidList"/>
    <dgm:cxn modelId="{38EFA186-3C54-4659-B4C0-975FC97FAACF}" type="presParOf" srcId="{0B5FA5C5-43CA-43E1-8070-AC744C95E511}" destId="{3A005E1E-C060-4870-B0B9-AD4D65902CC0}" srcOrd="1" destOrd="0" presId="urn:microsoft.com/office/officeart/2018/2/layout/IconVerticalSolidList"/>
    <dgm:cxn modelId="{14E4F220-F8FE-4733-9EF4-01394CC6D026}" type="presParOf" srcId="{0B5FA5C5-43CA-43E1-8070-AC744C95E511}" destId="{E3DF805E-9D4B-4AF0-AD2B-55E34F2EE17F}" srcOrd="2" destOrd="0" presId="urn:microsoft.com/office/officeart/2018/2/layout/IconVerticalSolidList"/>
    <dgm:cxn modelId="{DFE3FD94-D320-46AD-B088-FD46A2BF4186}" type="presParOf" srcId="{0B5FA5C5-43CA-43E1-8070-AC744C95E511}" destId="{4D5D9A29-385B-4BFC-BEB0-2B3F44C2949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F10147-59A2-46F5-83CE-D6BBBC550B96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6F4871E-464C-4FB0-90AF-52B4BD7B2C20}">
      <dgm:prSet/>
      <dgm:spPr/>
      <dgm:t>
        <a:bodyPr/>
        <a:lstStyle/>
        <a:p>
          <a:r>
            <a:rPr lang="en-US"/>
            <a:t>Politics affects school, safety, climate, mental health.</a:t>
          </a:r>
        </a:p>
      </dgm:t>
    </dgm:pt>
    <dgm:pt modelId="{633FE708-E5E6-4951-9D8B-E0AFAAD76854}" type="parTrans" cxnId="{4E8A102B-3A81-4D0D-9C32-42B649F0DD8A}">
      <dgm:prSet/>
      <dgm:spPr/>
      <dgm:t>
        <a:bodyPr/>
        <a:lstStyle/>
        <a:p>
          <a:endParaRPr lang="en-US"/>
        </a:p>
      </dgm:t>
    </dgm:pt>
    <dgm:pt modelId="{8A5C089F-0364-4CC8-A49C-093F240E44DA}" type="sibTrans" cxnId="{4E8A102B-3A81-4D0D-9C32-42B649F0DD8A}">
      <dgm:prSet/>
      <dgm:spPr/>
      <dgm:t>
        <a:bodyPr/>
        <a:lstStyle/>
        <a:p>
          <a:endParaRPr lang="en-US"/>
        </a:p>
      </dgm:t>
    </dgm:pt>
    <dgm:pt modelId="{42BF60AA-0EE2-4EA2-8DDC-6547410A2ECD}">
      <dgm:prSet/>
      <dgm:spPr/>
      <dgm:t>
        <a:bodyPr/>
        <a:lstStyle/>
        <a:p>
          <a:r>
            <a:rPr lang="en-US"/>
            <a:t>Young people feel stressed or worried.</a:t>
          </a:r>
        </a:p>
      </dgm:t>
    </dgm:pt>
    <dgm:pt modelId="{88F9932E-384B-4B87-A128-480977D417EF}" type="parTrans" cxnId="{202270CD-673F-4728-8AB7-24FF0517EE1A}">
      <dgm:prSet/>
      <dgm:spPr/>
      <dgm:t>
        <a:bodyPr/>
        <a:lstStyle/>
        <a:p>
          <a:endParaRPr lang="en-US"/>
        </a:p>
      </dgm:t>
    </dgm:pt>
    <dgm:pt modelId="{161F02DB-4C7D-45A5-B437-7BE17A6E28A5}" type="sibTrans" cxnId="{202270CD-673F-4728-8AB7-24FF0517EE1A}">
      <dgm:prSet/>
      <dgm:spPr/>
      <dgm:t>
        <a:bodyPr/>
        <a:lstStyle/>
        <a:p>
          <a:endParaRPr lang="en-US"/>
        </a:p>
      </dgm:t>
    </dgm:pt>
    <dgm:pt modelId="{EAA7A4C6-2AC3-419C-9D00-1D1F42E8EC9F}">
      <dgm:prSet/>
      <dgm:spPr/>
      <dgm:t>
        <a:bodyPr/>
        <a:lstStyle/>
        <a:p>
          <a:r>
            <a:rPr lang="en-US"/>
            <a:t>Sharing feelings helps.</a:t>
          </a:r>
        </a:p>
      </dgm:t>
    </dgm:pt>
    <dgm:pt modelId="{948FE7BB-5E1A-47E6-BD60-884F26B378D3}" type="parTrans" cxnId="{843BC631-18C0-498C-9678-6C092D11CF16}">
      <dgm:prSet/>
      <dgm:spPr/>
      <dgm:t>
        <a:bodyPr/>
        <a:lstStyle/>
        <a:p>
          <a:endParaRPr lang="en-US"/>
        </a:p>
      </dgm:t>
    </dgm:pt>
    <dgm:pt modelId="{1C207D5B-A365-4EAA-B1B0-1854AC4BA8EC}" type="sibTrans" cxnId="{843BC631-18C0-498C-9678-6C092D11CF16}">
      <dgm:prSet/>
      <dgm:spPr/>
      <dgm:t>
        <a:bodyPr/>
        <a:lstStyle/>
        <a:p>
          <a:endParaRPr lang="en-US"/>
        </a:p>
      </dgm:t>
    </dgm:pt>
    <dgm:pt modelId="{CFF9D035-15F8-4AF9-95AF-D7FEE6B05626}" type="pres">
      <dgm:prSet presAssocID="{A9F10147-59A2-46F5-83CE-D6BBBC550B96}" presName="outerComposite" presStyleCnt="0">
        <dgm:presLayoutVars>
          <dgm:chMax val="5"/>
          <dgm:dir/>
          <dgm:resizeHandles val="exact"/>
        </dgm:presLayoutVars>
      </dgm:prSet>
      <dgm:spPr/>
    </dgm:pt>
    <dgm:pt modelId="{5FAA70E1-DF3A-48C1-9FB8-7143960AAB2F}" type="pres">
      <dgm:prSet presAssocID="{A9F10147-59A2-46F5-83CE-D6BBBC550B96}" presName="dummyMaxCanvas" presStyleCnt="0">
        <dgm:presLayoutVars/>
      </dgm:prSet>
      <dgm:spPr/>
    </dgm:pt>
    <dgm:pt modelId="{7F81E4A9-B7E9-4499-82CC-0F4C4EF0E076}" type="pres">
      <dgm:prSet presAssocID="{A9F10147-59A2-46F5-83CE-D6BBBC550B96}" presName="ThreeNodes_1" presStyleLbl="node1" presStyleIdx="0" presStyleCnt="3">
        <dgm:presLayoutVars>
          <dgm:bulletEnabled val="1"/>
        </dgm:presLayoutVars>
      </dgm:prSet>
      <dgm:spPr/>
    </dgm:pt>
    <dgm:pt modelId="{6F020161-366B-4944-9F1C-0D2BE000AB28}" type="pres">
      <dgm:prSet presAssocID="{A9F10147-59A2-46F5-83CE-D6BBBC550B96}" presName="ThreeNodes_2" presStyleLbl="node1" presStyleIdx="1" presStyleCnt="3">
        <dgm:presLayoutVars>
          <dgm:bulletEnabled val="1"/>
        </dgm:presLayoutVars>
      </dgm:prSet>
      <dgm:spPr/>
    </dgm:pt>
    <dgm:pt modelId="{D37B0E10-A2E0-4679-93AA-80A01E9E6FE2}" type="pres">
      <dgm:prSet presAssocID="{A9F10147-59A2-46F5-83CE-D6BBBC550B96}" presName="ThreeNodes_3" presStyleLbl="node1" presStyleIdx="2" presStyleCnt="3">
        <dgm:presLayoutVars>
          <dgm:bulletEnabled val="1"/>
        </dgm:presLayoutVars>
      </dgm:prSet>
      <dgm:spPr/>
    </dgm:pt>
    <dgm:pt modelId="{2E20A1CC-F061-4C8E-8CE1-CB06426AFEDB}" type="pres">
      <dgm:prSet presAssocID="{A9F10147-59A2-46F5-83CE-D6BBBC550B96}" presName="ThreeConn_1-2" presStyleLbl="fgAccFollowNode1" presStyleIdx="0" presStyleCnt="2">
        <dgm:presLayoutVars>
          <dgm:bulletEnabled val="1"/>
        </dgm:presLayoutVars>
      </dgm:prSet>
      <dgm:spPr/>
    </dgm:pt>
    <dgm:pt modelId="{239AF530-C31D-4029-8958-0C0B89CB8A3C}" type="pres">
      <dgm:prSet presAssocID="{A9F10147-59A2-46F5-83CE-D6BBBC550B96}" presName="ThreeConn_2-3" presStyleLbl="fgAccFollowNode1" presStyleIdx="1" presStyleCnt="2">
        <dgm:presLayoutVars>
          <dgm:bulletEnabled val="1"/>
        </dgm:presLayoutVars>
      </dgm:prSet>
      <dgm:spPr/>
    </dgm:pt>
    <dgm:pt modelId="{99E8D882-2D6A-4E80-890D-13EAD7CFB833}" type="pres">
      <dgm:prSet presAssocID="{A9F10147-59A2-46F5-83CE-D6BBBC550B96}" presName="ThreeNodes_1_text" presStyleLbl="node1" presStyleIdx="2" presStyleCnt="3">
        <dgm:presLayoutVars>
          <dgm:bulletEnabled val="1"/>
        </dgm:presLayoutVars>
      </dgm:prSet>
      <dgm:spPr/>
    </dgm:pt>
    <dgm:pt modelId="{5515D139-A848-4DBC-A0CB-A63CDC194E79}" type="pres">
      <dgm:prSet presAssocID="{A9F10147-59A2-46F5-83CE-D6BBBC550B96}" presName="ThreeNodes_2_text" presStyleLbl="node1" presStyleIdx="2" presStyleCnt="3">
        <dgm:presLayoutVars>
          <dgm:bulletEnabled val="1"/>
        </dgm:presLayoutVars>
      </dgm:prSet>
      <dgm:spPr/>
    </dgm:pt>
    <dgm:pt modelId="{FA24670C-62C7-40AE-AF08-FA89B8AD6EFE}" type="pres">
      <dgm:prSet presAssocID="{A9F10147-59A2-46F5-83CE-D6BBBC550B96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E5463E04-C462-4E88-A16D-2CB951DB9CF5}" type="presOf" srcId="{46F4871E-464C-4FB0-90AF-52B4BD7B2C20}" destId="{99E8D882-2D6A-4E80-890D-13EAD7CFB833}" srcOrd="1" destOrd="0" presId="urn:microsoft.com/office/officeart/2005/8/layout/vProcess5"/>
    <dgm:cxn modelId="{4E8A102B-3A81-4D0D-9C32-42B649F0DD8A}" srcId="{A9F10147-59A2-46F5-83CE-D6BBBC550B96}" destId="{46F4871E-464C-4FB0-90AF-52B4BD7B2C20}" srcOrd="0" destOrd="0" parTransId="{633FE708-E5E6-4951-9D8B-E0AFAAD76854}" sibTransId="{8A5C089F-0364-4CC8-A49C-093F240E44DA}"/>
    <dgm:cxn modelId="{843BC631-18C0-498C-9678-6C092D11CF16}" srcId="{A9F10147-59A2-46F5-83CE-D6BBBC550B96}" destId="{EAA7A4C6-2AC3-419C-9D00-1D1F42E8EC9F}" srcOrd="2" destOrd="0" parTransId="{948FE7BB-5E1A-47E6-BD60-884F26B378D3}" sibTransId="{1C207D5B-A365-4EAA-B1B0-1854AC4BA8EC}"/>
    <dgm:cxn modelId="{2849E360-3F6F-456E-B0CC-2FB7E04F47FD}" type="presOf" srcId="{42BF60AA-0EE2-4EA2-8DDC-6547410A2ECD}" destId="{5515D139-A848-4DBC-A0CB-A63CDC194E79}" srcOrd="1" destOrd="0" presId="urn:microsoft.com/office/officeart/2005/8/layout/vProcess5"/>
    <dgm:cxn modelId="{55FA624F-1CD6-4A52-9F38-75DB24D3B00C}" type="presOf" srcId="{8A5C089F-0364-4CC8-A49C-093F240E44DA}" destId="{2E20A1CC-F061-4C8E-8CE1-CB06426AFEDB}" srcOrd="0" destOrd="0" presId="urn:microsoft.com/office/officeart/2005/8/layout/vProcess5"/>
    <dgm:cxn modelId="{5605504F-A44F-4759-AC79-206F655266C1}" type="presOf" srcId="{46F4871E-464C-4FB0-90AF-52B4BD7B2C20}" destId="{7F81E4A9-B7E9-4499-82CC-0F4C4EF0E076}" srcOrd="0" destOrd="0" presId="urn:microsoft.com/office/officeart/2005/8/layout/vProcess5"/>
    <dgm:cxn modelId="{30EFF950-2A66-405C-A3B6-DFD2266DB016}" type="presOf" srcId="{EAA7A4C6-2AC3-419C-9D00-1D1F42E8EC9F}" destId="{FA24670C-62C7-40AE-AF08-FA89B8AD6EFE}" srcOrd="1" destOrd="0" presId="urn:microsoft.com/office/officeart/2005/8/layout/vProcess5"/>
    <dgm:cxn modelId="{0E221576-F0A2-427E-96C3-EB26C367B772}" type="presOf" srcId="{EAA7A4C6-2AC3-419C-9D00-1D1F42E8EC9F}" destId="{D37B0E10-A2E0-4679-93AA-80A01E9E6FE2}" srcOrd="0" destOrd="0" presId="urn:microsoft.com/office/officeart/2005/8/layout/vProcess5"/>
    <dgm:cxn modelId="{4E51F184-4DB5-4553-9BC0-5256FA832C4F}" type="presOf" srcId="{42BF60AA-0EE2-4EA2-8DDC-6547410A2ECD}" destId="{6F020161-366B-4944-9F1C-0D2BE000AB28}" srcOrd="0" destOrd="0" presId="urn:microsoft.com/office/officeart/2005/8/layout/vProcess5"/>
    <dgm:cxn modelId="{923EF891-B910-4238-8C4A-0267BA41AD01}" type="presOf" srcId="{161F02DB-4C7D-45A5-B437-7BE17A6E28A5}" destId="{239AF530-C31D-4029-8958-0C0B89CB8A3C}" srcOrd="0" destOrd="0" presId="urn:microsoft.com/office/officeart/2005/8/layout/vProcess5"/>
    <dgm:cxn modelId="{202270CD-673F-4728-8AB7-24FF0517EE1A}" srcId="{A9F10147-59A2-46F5-83CE-D6BBBC550B96}" destId="{42BF60AA-0EE2-4EA2-8DDC-6547410A2ECD}" srcOrd="1" destOrd="0" parTransId="{88F9932E-384B-4B87-A128-480977D417EF}" sibTransId="{161F02DB-4C7D-45A5-B437-7BE17A6E28A5}"/>
    <dgm:cxn modelId="{ED3A5EE5-F236-4A04-8C06-1496562AEB35}" type="presOf" srcId="{A9F10147-59A2-46F5-83CE-D6BBBC550B96}" destId="{CFF9D035-15F8-4AF9-95AF-D7FEE6B05626}" srcOrd="0" destOrd="0" presId="urn:microsoft.com/office/officeart/2005/8/layout/vProcess5"/>
    <dgm:cxn modelId="{E8980F8A-F11E-495B-99E8-6F013855F76F}" type="presParOf" srcId="{CFF9D035-15F8-4AF9-95AF-D7FEE6B05626}" destId="{5FAA70E1-DF3A-48C1-9FB8-7143960AAB2F}" srcOrd="0" destOrd="0" presId="urn:microsoft.com/office/officeart/2005/8/layout/vProcess5"/>
    <dgm:cxn modelId="{42D86D0C-6E60-4529-AD74-8371B9052942}" type="presParOf" srcId="{CFF9D035-15F8-4AF9-95AF-D7FEE6B05626}" destId="{7F81E4A9-B7E9-4499-82CC-0F4C4EF0E076}" srcOrd="1" destOrd="0" presId="urn:microsoft.com/office/officeart/2005/8/layout/vProcess5"/>
    <dgm:cxn modelId="{DDFD1563-D640-40C7-8708-1442EC3EFA74}" type="presParOf" srcId="{CFF9D035-15F8-4AF9-95AF-D7FEE6B05626}" destId="{6F020161-366B-4944-9F1C-0D2BE000AB28}" srcOrd="2" destOrd="0" presId="urn:microsoft.com/office/officeart/2005/8/layout/vProcess5"/>
    <dgm:cxn modelId="{C8F65888-ADE5-4876-8321-3EC0DF3D0458}" type="presParOf" srcId="{CFF9D035-15F8-4AF9-95AF-D7FEE6B05626}" destId="{D37B0E10-A2E0-4679-93AA-80A01E9E6FE2}" srcOrd="3" destOrd="0" presId="urn:microsoft.com/office/officeart/2005/8/layout/vProcess5"/>
    <dgm:cxn modelId="{10835D15-6C61-4EAE-A150-A8E3A844EBC5}" type="presParOf" srcId="{CFF9D035-15F8-4AF9-95AF-D7FEE6B05626}" destId="{2E20A1CC-F061-4C8E-8CE1-CB06426AFEDB}" srcOrd="4" destOrd="0" presId="urn:microsoft.com/office/officeart/2005/8/layout/vProcess5"/>
    <dgm:cxn modelId="{F3C00C26-21EE-422E-ABD3-D5874DC9B4C3}" type="presParOf" srcId="{CFF9D035-15F8-4AF9-95AF-D7FEE6B05626}" destId="{239AF530-C31D-4029-8958-0C0B89CB8A3C}" srcOrd="5" destOrd="0" presId="urn:microsoft.com/office/officeart/2005/8/layout/vProcess5"/>
    <dgm:cxn modelId="{D63C989C-BFA5-4AD0-9E0C-63D56BCA1679}" type="presParOf" srcId="{CFF9D035-15F8-4AF9-95AF-D7FEE6B05626}" destId="{99E8D882-2D6A-4E80-890D-13EAD7CFB833}" srcOrd="6" destOrd="0" presId="urn:microsoft.com/office/officeart/2005/8/layout/vProcess5"/>
    <dgm:cxn modelId="{BEC35593-93BE-401E-B537-8A0C60C44F2B}" type="presParOf" srcId="{CFF9D035-15F8-4AF9-95AF-D7FEE6B05626}" destId="{5515D139-A848-4DBC-A0CB-A63CDC194E79}" srcOrd="7" destOrd="0" presId="urn:microsoft.com/office/officeart/2005/8/layout/vProcess5"/>
    <dgm:cxn modelId="{D8F80E08-5E06-419F-A156-4B9D873D7BE3}" type="presParOf" srcId="{CFF9D035-15F8-4AF9-95AF-D7FEE6B05626}" destId="{FA24670C-62C7-40AE-AF08-FA89B8AD6EFE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FFDE2C1-883B-4A02-A8BB-90B1404A3E7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C59D275-28CE-4FC1-B267-50931F12FA1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Digital Exit Ticket (Mentimeter).</a:t>
          </a:r>
        </a:p>
      </dgm:t>
    </dgm:pt>
    <dgm:pt modelId="{12831999-D112-4400-92A1-6980AB5E45AA}" type="parTrans" cxnId="{77ACB313-FBEA-4178-A9B5-31123DDBF842}">
      <dgm:prSet/>
      <dgm:spPr/>
      <dgm:t>
        <a:bodyPr/>
        <a:lstStyle/>
        <a:p>
          <a:endParaRPr lang="en-US"/>
        </a:p>
      </dgm:t>
    </dgm:pt>
    <dgm:pt modelId="{E88AA91F-8752-4816-8AA2-D59836D7A0C3}" type="sibTrans" cxnId="{77ACB313-FBEA-4178-A9B5-31123DDBF842}">
      <dgm:prSet/>
      <dgm:spPr/>
      <dgm:t>
        <a:bodyPr/>
        <a:lstStyle/>
        <a:p>
          <a:endParaRPr lang="en-US"/>
        </a:p>
      </dgm:t>
    </dgm:pt>
    <dgm:pt modelId="{2C0A2C37-51B1-4B34-9589-3B47A509D87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One question on phone.</a:t>
          </a:r>
        </a:p>
      </dgm:t>
    </dgm:pt>
    <dgm:pt modelId="{95C50EA1-6B51-4CE5-8D64-C671C35856E6}" type="parTrans" cxnId="{0BB169CB-D93C-4C7C-9607-B98E7DCB56CA}">
      <dgm:prSet/>
      <dgm:spPr/>
      <dgm:t>
        <a:bodyPr/>
        <a:lstStyle/>
        <a:p>
          <a:endParaRPr lang="en-US"/>
        </a:p>
      </dgm:t>
    </dgm:pt>
    <dgm:pt modelId="{5EB38527-6AB4-4CBF-8DE1-BA0D09EFBA92}" type="sibTrans" cxnId="{0BB169CB-D93C-4C7C-9607-B98E7DCB56CA}">
      <dgm:prSet/>
      <dgm:spPr/>
      <dgm:t>
        <a:bodyPr/>
        <a:lstStyle/>
        <a:p>
          <a:endParaRPr lang="en-US"/>
        </a:p>
      </dgm:t>
    </dgm:pt>
    <dgm:pt modelId="{A32A32FD-1559-4E08-8766-88A96F8FD31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Answers appear on screen.</a:t>
          </a:r>
        </a:p>
      </dgm:t>
    </dgm:pt>
    <dgm:pt modelId="{F27C4E6D-CCE0-4918-9DF7-5B003FE31845}" type="parTrans" cxnId="{81C03607-8B0F-485C-B03E-E1983A14A5FB}">
      <dgm:prSet/>
      <dgm:spPr/>
      <dgm:t>
        <a:bodyPr/>
        <a:lstStyle/>
        <a:p>
          <a:endParaRPr lang="en-US"/>
        </a:p>
      </dgm:t>
    </dgm:pt>
    <dgm:pt modelId="{2242F9B5-2F5F-4561-BFFD-59139FB4E492}" type="sibTrans" cxnId="{81C03607-8B0F-485C-B03E-E1983A14A5FB}">
      <dgm:prSet/>
      <dgm:spPr/>
      <dgm:t>
        <a:bodyPr/>
        <a:lstStyle/>
        <a:p>
          <a:endParaRPr lang="en-US"/>
        </a:p>
      </dgm:t>
    </dgm:pt>
    <dgm:pt modelId="{E2F42FC7-EBA2-491E-9E50-0C2C7562C5D7}" type="pres">
      <dgm:prSet presAssocID="{3FFDE2C1-883B-4A02-A8BB-90B1404A3E7B}" presName="root" presStyleCnt="0">
        <dgm:presLayoutVars>
          <dgm:dir/>
          <dgm:resizeHandles val="exact"/>
        </dgm:presLayoutVars>
      </dgm:prSet>
      <dgm:spPr/>
    </dgm:pt>
    <dgm:pt modelId="{B309CB4D-A94E-41BC-8149-B5559A9CEC1D}" type="pres">
      <dgm:prSet presAssocID="{FC59D275-28CE-4FC1-B267-50931F12FA10}" presName="compNode" presStyleCnt="0"/>
      <dgm:spPr/>
    </dgm:pt>
    <dgm:pt modelId="{6FBC9E2B-091D-400A-927D-320E44955547}" type="pres">
      <dgm:prSet presAssocID="{FC59D275-28CE-4FC1-B267-50931F12FA10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23AD4F2-A646-441F-BD60-66D9326D905F}" type="pres">
      <dgm:prSet presAssocID="{FC59D275-28CE-4FC1-B267-50931F12FA1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9F6D4C1E-7AB4-4D2D-9994-308F9C01D995}" type="pres">
      <dgm:prSet presAssocID="{FC59D275-28CE-4FC1-B267-50931F12FA10}" presName="spaceRect" presStyleCnt="0"/>
      <dgm:spPr/>
    </dgm:pt>
    <dgm:pt modelId="{A9472BC2-F914-4B02-97C5-FD49E39E80EF}" type="pres">
      <dgm:prSet presAssocID="{FC59D275-28CE-4FC1-B267-50931F12FA10}" presName="textRect" presStyleLbl="revTx" presStyleIdx="0" presStyleCnt="3">
        <dgm:presLayoutVars>
          <dgm:chMax val="1"/>
          <dgm:chPref val="1"/>
        </dgm:presLayoutVars>
      </dgm:prSet>
      <dgm:spPr/>
    </dgm:pt>
    <dgm:pt modelId="{38D2DCD5-B179-4055-AEFD-F67FC0E55439}" type="pres">
      <dgm:prSet presAssocID="{E88AA91F-8752-4816-8AA2-D59836D7A0C3}" presName="sibTrans" presStyleCnt="0"/>
      <dgm:spPr/>
    </dgm:pt>
    <dgm:pt modelId="{3349DCDF-6ED1-4543-8BB4-FE0154917A73}" type="pres">
      <dgm:prSet presAssocID="{2C0A2C37-51B1-4B34-9589-3B47A509D87D}" presName="compNode" presStyleCnt="0"/>
      <dgm:spPr/>
    </dgm:pt>
    <dgm:pt modelId="{62941D7A-5249-4AE7-AC09-2B26709DF951}" type="pres">
      <dgm:prSet presAssocID="{2C0A2C37-51B1-4B34-9589-3B47A509D87D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4C3B256-949A-495D-98ED-E1348C03C781}" type="pres">
      <dgm:prSet presAssocID="{2C0A2C37-51B1-4B34-9589-3B47A509D87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D6E1C959-5E18-4144-B9C3-A037CE9AE93B}" type="pres">
      <dgm:prSet presAssocID="{2C0A2C37-51B1-4B34-9589-3B47A509D87D}" presName="spaceRect" presStyleCnt="0"/>
      <dgm:spPr/>
    </dgm:pt>
    <dgm:pt modelId="{E4B447DC-6454-4E6D-931C-19C63FA06BC3}" type="pres">
      <dgm:prSet presAssocID="{2C0A2C37-51B1-4B34-9589-3B47A509D87D}" presName="textRect" presStyleLbl="revTx" presStyleIdx="1" presStyleCnt="3">
        <dgm:presLayoutVars>
          <dgm:chMax val="1"/>
          <dgm:chPref val="1"/>
        </dgm:presLayoutVars>
      </dgm:prSet>
      <dgm:spPr/>
    </dgm:pt>
    <dgm:pt modelId="{D3011459-09C3-4913-855D-822507214FCF}" type="pres">
      <dgm:prSet presAssocID="{5EB38527-6AB4-4CBF-8DE1-BA0D09EFBA92}" presName="sibTrans" presStyleCnt="0"/>
      <dgm:spPr/>
    </dgm:pt>
    <dgm:pt modelId="{1491F908-3482-4B05-9E50-E47ACFC281EC}" type="pres">
      <dgm:prSet presAssocID="{A32A32FD-1559-4E08-8766-88A96F8FD317}" presName="compNode" presStyleCnt="0"/>
      <dgm:spPr/>
    </dgm:pt>
    <dgm:pt modelId="{89E4922C-8D87-43B9-9297-1B000EBE842C}" type="pres">
      <dgm:prSet presAssocID="{A32A32FD-1559-4E08-8766-88A96F8FD317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40D8670-BC1F-42B7-A978-C33FEF8DEE08}" type="pres">
      <dgm:prSet presAssocID="{A32A32FD-1559-4E08-8766-88A96F8FD31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jector screen"/>
        </a:ext>
      </dgm:extLst>
    </dgm:pt>
    <dgm:pt modelId="{6E6D963C-D7E3-4FB5-B952-81F5E364DF79}" type="pres">
      <dgm:prSet presAssocID="{A32A32FD-1559-4E08-8766-88A96F8FD317}" presName="spaceRect" presStyleCnt="0"/>
      <dgm:spPr/>
    </dgm:pt>
    <dgm:pt modelId="{EF4F6BD7-A99A-449B-B962-0589C55562AC}" type="pres">
      <dgm:prSet presAssocID="{A32A32FD-1559-4E08-8766-88A96F8FD31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A114601-CD91-4974-8DE5-BF68E92F1C60}" type="presOf" srcId="{3FFDE2C1-883B-4A02-A8BB-90B1404A3E7B}" destId="{E2F42FC7-EBA2-491E-9E50-0C2C7562C5D7}" srcOrd="0" destOrd="0" presId="urn:microsoft.com/office/officeart/2018/5/layout/IconLeafLabelList"/>
    <dgm:cxn modelId="{81C03607-8B0F-485C-B03E-E1983A14A5FB}" srcId="{3FFDE2C1-883B-4A02-A8BB-90B1404A3E7B}" destId="{A32A32FD-1559-4E08-8766-88A96F8FD317}" srcOrd="2" destOrd="0" parTransId="{F27C4E6D-CCE0-4918-9DF7-5B003FE31845}" sibTransId="{2242F9B5-2F5F-4561-BFFD-59139FB4E492}"/>
    <dgm:cxn modelId="{77ACB313-FBEA-4178-A9B5-31123DDBF842}" srcId="{3FFDE2C1-883B-4A02-A8BB-90B1404A3E7B}" destId="{FC59D275-28CE-4FC1-B267-50931F12FA10}" srcOrd="0" destOrd="0" parTransId="{12831999-D112-4400-92A1-6980AB5E45AA}" sibTransId="{E88AA91F-8752-4816-8AA2-D59836D7A0C3}"/>
    <dgm:cxn modelId="{633FFE67-F743-425A-ADBD-71DAF15FCC3C}" type="presOf" srcId="{2C0A2C37-51B1-4B34-9589-3B47A509D87D}" destId="{E4B447DC-6454-4E6D-931C-19C63FA06BC3}" srcOrd="0" destOrd="0" presId="urn:microsoft.com/office/officeart/2018/5/layout/IconLeafLabelList"/>
    <dgm:cxn modelId="{6F04FBC9-76DF-48CB-9653-266A423F14B0}" type="presOf" srcId="{FC59D275-28CE-4FC1-B267-50931F12FA10}" destId="{A9472BC2-F914-4B02-97C5-FD49E39E80EF}" srcOrd="0" destOrd="0" presId="urn:microsoft.com/office/officeart/2018/5/layout/IconLeafLabelList"/>
    <dgm:cxn modelId="{0BB169CB-D93C-4C7C-9607-B98E7DCB56CA}" srcId="{3FFDE2C1-883B-4A02-A8BB-90B1404A3E7B}" destId="{2C0A2C37-51B1-4B34-9589-3B47A509D87D}" srcOrd="1" destOrd="0" parTransId="{95C50EA1-6B51-4CE5-8D64-C671C35856E6}" sibTransId="{5EB38527-6AB4-4CBF-8DE1-BA0D09EFBA92}"/>
    <dgm:cxn modelId="{E35E9CED-A17D-4EEE-917B-7ED16C0DF427}" type="presOf" srcId="{A32A32FD-1559-4E08-8766-88A96F8FD317}" destId="{EF4F6BD7-A99A-449B-B962-0589C55562AC}" srcOrd="0" destOrd="0" presId="urn:microsoft.com/office/officeart/2018/5/layout/IconLeafLabelList"/>
    <dgm:cxn modelId="{833C653D-36DC-4D49-BC10-1646F6D1D4FA}" type="presParOf" srcId="{E2F42FC7-EBA2-491E-9E50-0C2C7562C5D7}" destId="{B309CB4D-A94E-41BC-8149-B5559A9CEC1D}" srcOrd="0" destOrd="0" presId="urn:microsoft.com/office/officeart/2018/5/layout/IconLeafLabelList"/>
    <dgm:cxn modelId="{D25C7CB7-B619-41C8-A1E7-8793742A7E11}" type="presParOf" srcId="{B309CB4D-A94E-41BC-8149-B5559A9CEC1D}" destId="{6FBC9E2B-091D-400A-927D-320E44955547}" srcOrd="0" destOrd="0" presId="urn:microsoft.com/office/officeart/2018/5/layout/IconLeafLabelList"/>
    <dgm:cxn modelId="{DA6CD4CC-FDE7-4E8B-8A2B-CC0FBA9EBE45}" type="presParOf" srcId="{B309CB4D-A94E-41BC-8149-B5559A9CEC1D}" destId="{C23AD4F2-A646-441F-BD60-66D9326D905F}" srcOrd="1" destOrd="0" presId="urn:microsoft.com/office/officeart/2018/5/layout/IconLeafLabelList"/>
    <dgm:cxn modelId="{D65CA4D5-3253-49CA-9BD8-8E0C6D0929F7}" type="presParOf" srcId="{B309CB4D-A94E-41BC-8149-B5559A9CEC1D}" destId="{9F6D4C1E-7AB4-4D2D-9994-308F9C01D995}" srcOrd="2" destOrd="0" presId="urn:microsoft.com/office/officeart/2018/5/layout/IconLeafLabelList"/>
    <dgm:cxn modelId="{7B68EA93-F244-44FE-AD15-A6BFBD89AB6B}" type="presParOf" srcId="{B309CB4D-A94E-41BC-8149-B5559A9CEC1D}" destId="{A9472BC2-F914-4B02-97C5-FD49E39E80EF}" srcOrd="3" destOrd="0" presId="urn:microsoft.com/office/officeart/2018/5/layout/IconLeafLabelList"/>
    <dgm:cxn modelId="{82607106-5A74-4C9A-925C-BA6C8372726A}" type="presParOf" srcId="{E2F42FC7-EBA2-491E-9E50-0C2C7562C5D7}" destId="{38D2DCD5-B179-4055-AEFD-F67FC0E55439}" srcOrd="1" destOrd="0" presId="urn:microsoft.com/office/officeart/2018/5/layout/IconLeafLabelList"/>
    <dgm:cxn modelId="{A7495694-0168-402F-B520-9330E4D578D2}" type="presParOf" srcId="{E2F42FC7-EBA2-491E-9E50-0C2C7562C5D7}" destId="{3349DCDF-6ED1-4543-8BB4-FE0154917A73}" srcOrd="2" destOrd="0" presId="urn:microsoft.com/office/officeart/2018/5/layout/IconLeafLabelList"/>
    <dgm:cxn modelId="{3C56BD84-0B36-4058-B495-2E865CCE5B88}" type="presParOf" srcId="{3349DCDF-6ED1-4543-8BB4-FE0154917A73}" destId="{62941D7A-5249-4AE7-AC09-2B26709DF951}" srcOrd="0" destOrd="0" presId="urn:microsoft.com/office/officeart/2018/5/layout/IconLeafLabelList"/>
    <dgm:cxn modelId="{F10EF8C5-4266-4921-A0C3-F967F4649E0B}" type="presParOf" srcId="{3349DCDF-6ED1-4543-8BB4-FE0154917A73}" destId="{C4C3B256-949A-495D-98ED-E1348C03C781}" srcOrd="1" destOrd="0" presId="urn:microsoft.com/office/officeart/2018/5/layout/IconLeafLabelList"/>
    <dgm:cxn modelId="{4A213D13-E8A2-446A-9AE4-712CCE7A8643}" type="presParOf" srcId="{3349DCDF-6ED1-4543-8BB4-FE0154917A73}" destId="{D6E1C959-5E18-4144-B9C3-A037CE9AE93B}" srcOrd="2" destOrd="0" presId="urn:microsoft.com/office/officeart/2018/5/layout/IconLeafLabelList"/>
    <dgm:cxn modelId="{FF85BC06-EBC7-403C-B1EB-BC4F8FEB5AC5}" type="presParOf" srcId="{3349DCDF-6ED1-4543-8BB4-FE0154917A73}" destId="{E4B447DC-6454-4E6D-931C-19C63FA06BC3}" srcOrd="3" destOrd="0" presId="urn:microsoft.com/office/officeart/2018/5/layout/IconLeafLabelList"/>
    <dgm:cxn modelId="{5447202C-CF24-49A1-9BBE-8B708A9A3E34}" type="presParOf" srcId="{E2F42FC7-EBA2-491E-9E50-0C2C7562C5D7}" destId="{D3011459-09C3-4913-855D-822507214FCF}" srcOrd="3" destOrd="0" presId="urn:microsoft.com/office/officeart/2018/5/layout/IconLeafLabelList"/>
    <dgm:cxn modelId="{61609860-D2B0-493D-8ECF-EEE930DE0F3A}" type="presParOf" srcId="{E2F42FC7-EBA2-491E-9E50-0C2C7562C5D7}" destId="{1491F908-3482-4B05-9E50-E47ACFC281EC}" srcOrd="4" destOrd="0" presId="urn:microsoft.com/office/officeart/2018/5/layout/IconLeafLabelList"/>
    <dgm:cxn modelId="{F19DA51A-413E-49D2-AB64-DAE7D7C13E32}" type="presParOf" srcId="{1491F908-3482-4B05-9E50-E47ACFC281EC}" destId="{89E4922C-8D87-43B9-9297-1B000EBE842C}" srcOrd="0" destOrd="0" presId="urn:microsoft.com/office/officeart/2018/5/layout/IconLeafLabelList"/>
    <dgm:cxn modelId="{1054EDB5-A92D-46B1-A2AB-F66A257D339E}" type="presParOf" srcId="{1491F908-3482-4B05-9E50-E47ACFC281EC}" destId="{540D8670-BC1F-42B7-A978-C33FEF8DEE08}" srcOrd="1" destOrd="0" presId="urn:microsoft.com/office/officeart/2018/5/layout/IconLeafLabelList"/>
    <dgm:cxn modelId="{7D424BDF-4005-44F5-9A7E-267A47BD62BB}" type="presParOf" srcId="{1491F908-3482-4B05-9E50-E47ACFC281EC}" destId="{6E6D963C-D7E3-4FB5-B952-81F5E364DF79}" srcOrd="2" destOrd="0" presId="urn:microsoft.com/office/officeart/2018/5/layout/IconLeafLabelList"/>
    <dgm:cxn modelId="{D7924662-1277-4B29-9C7F-A7EB8263A71D}" type="presParOf" srcId="{1491F908-3482-4B05-9E50-E47ACFC281EC}" destId="{EF4F6BD7-A99A-449B-B962-0589C55562A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5F161E-0AEE-452A-A9F9-1BD29225725D}">
      <dsp:nvSpPr>
        <dsp:cNvPr id="0" name=""/>
        <dsp:cNvSpPr/>
      </dsp:nvSpPr>
      <dsp:spPr>
        <a:xfrm>
          <a:off x="0" y="437"/>
          <a:ext cx="7429499" cy="10239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87860B-B634-4990-8603-2DE9AD3B30E3}">
      <dsp:nvSpPr>
        <dsp:cNvPr id="0" name=""/>
        <dsp:cNvSpPr/>
      </dsp:nvSpPr>
      <dsp:spPr>
        <a:xfrm>
          <a:off x="309757" y="230835"/>
          <a:ext cx="563196" cy="5631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328CA-1AD4-4572-850A-3BC33E724A02}">
      <dsp:nvSpPr>
        <dsp:cNvPr id="0" name=""/>
        <dsp:cNvSpPr/>
      </dsp:nvSpPr>
      <dsp:spPr>
        <a:xfrm>
          <a:off x="1182711" y="437"/>
          <a:ext cx="6246787" cy="1023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373" tIns="108373" rIns="108373" bIns="1083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Kazerne Dossin shows harm caused by political decisions.</a:t>
          </a:r>
        </a:p>
      </dsp:txBody>
      <dsp:txXfrm>
        <a:off x="1182711" y="437"/>
        <a:ext cx="6246787" cy="1023992"/>
      </dsp:txXfrm>
    </dsp:sp>
    <dsp:sp modelId="{CD5E5063-D6AD-4DE2-B460-FAA99FA23A2B}">
      <dsp:nvSpPr>
        <dsp:cNvPr id="0" name=""/>
        <dsp:cNvSpPr/>
      </dsp:nvSpPr>
      <dsp:spPr>
        <a:xfrm>
          <a:off x="0" y="1280428"/>
          <a:ext cx="7429499" cy="10239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982706-BAC2-4B66-8465-868647F8B94B}">
      <dsp:nvSpPr>
        <dsp:cNvPr id="0" name=""/>
        <dsp:cNvSpPr/>
      </dsp:nvSpPr>
      <dsp:spPr>
        <a:xfrm>
          <a:off x="309757" y="1510826"/>
          <a:ext cx="563196" cy="5631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749CEB-5202-4AF1-8A52-A82EEFF71972}">
      <dsp:nvSpPr>
        <dsp:cNvPr id="0" name=""/>
        <dsp:cNvSpPr/>
      </dsp:nvSpPr>
      <dsp:spPr>
        <a:xfrm>
          <a:off x="1182711" y="1280428"/>
          <a:ext cx="6246787" cy="1023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373" tIns="108373" rIns="108373" bIns="1083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Today youth also feel stress.</a:t>
          </a:r>
        </a:p>
      </dsp:txBody>
      <dsp:txXfrm>
        <a:off x="1182711" y="1280428"/>
        <a:ext cx="6246787" cy="1023992"/>
      </dsp:txXfrm>
    </dsp:sp>
    <dsp:sp modelId="{53D38923-F721-4CC2-B6CF-A6D7513D1A0F}">
      <dsp:nvSpPr>
        <dsp:cNvPr id="0" name=""/>
        <dsp:cNvSpPr/>
      </dsp:nvSpPr>
      <dsp:spPr>
        <a:xfrm>
          <a:off x="0" y="2560419"/>
          <a:ext cx="7429499" cy="10239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005E1E-C060-4870-B0B9-AD4D65902CC0}">
      <dsp:nvSpPr>
        <dsp:cNvPr id="0" name=""/>
        <dsp:cNvSpPr/>
      </dsp:nvSpPr>
      <dsp:spPr>
        <a:xfrm>
          <a:off x="309757" y="2790817"/>
          <a:ext cx="563196" cy="5631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5D9A29-385B-4BFC-BEB0-2B3F44C2949C}">
      <dsp:nvSpPr>
        <dsp:cNvPr id="0" name=""/>
        <dsp:cNvSpPr/>
      </dsp:nvSpPr>
      <dsp:spPr>
        <a:xfrm>
          <a:off x="1182711" y="2560419"/>
          <a:ext cx="6246787" cy="1023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373" tIns="108373" rIns="108373" bIns="1083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 explore feelings and calm.</a:t>
          </a:r>
        </a:p>
      </dsp:txBody>
      <dsp:txXfrm>
        <a:off x="1182711" y="2560419"/>
        <a:ext cx="6246787" cy="10239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81E4A9-B7E9-4499-82CC-0F4C4EF0E076}">
      <dsp:nvSpPr>
        <dsp:cNvPr id="0" name=""/>
        <dsp:cNvSpPr/>
      </dsp:nvSpPr>
      <dsp:spPr>
        <a:xfrm>
          <a:off x="0" y="0"/>
          <a:ext cx="4266626" cy="12765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Politics affects school, safety, climate, mental health.</a:t>
          </a:r>
        </a:p>
      </dsp:txBody>
      <dsp:txXfrm>
        <a:off x="37388" y="37388"/>
        <a:ext cx="2889175" cy="1201731"/>
      </dsp:txXfrm>
    </dsp:sp>
    <dsp:sp modelId="{6F020161-366B-4944-9F1C-0D2BE000AB28}">
      <dsp:nvSpPr>
        <dsp:cNvPr id="0" name=""/>
        <dsp:cNvSpPr/>
      </dsp:nvSpPr>
      <dsp:spPr>
        <a:xfrm>
          <a:off x="376467" y="1489258"/>
          <a:ext cx="4266626" cy="12765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Young people feel stressed or worried.</a:t>
          </a:r>
        </a:p>
      </dsp:txBody>
      <dsp:txXfrm>
        <a:off x="413855" y="1526646"/>
        <a:ext cx="2985654" cy="1201731"/>
      </dsp:txXfrm>
    </dsp:sp>
    <dsp:sp modelId="{D37B0E10-A2E0-4679-93AA-80A01E9E6FE2}">
      <dsp:nvSpPr>
        <dsp:cNvPr id="0" name=""/>
        <dsp:cNvSpPr/>
      </dsp:nvSpPr>
      <dsp:spPr>
        <a:xfrm>
          <a:off x="752934" y="2978516"/>
          <a:ext cx="4266626" cy="12765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Sharing feelings helps.</a:t>
          </a:r>
        </a:p>
      </dsp:txBody>
      <dsp:txXfrm>
        <a:off x="790322" y="3015904"/>
        <a:ext cx="2985654" cy="1201731"/>
      </dsp:txXfrm>
    </dsp:sp>
    <dsp:sp modelId="{2E20A1CC-F061-4C8E-8CE1-CB06426AFEDB}">
      <dsp:nvSpPr>
        <dsp:cNvPr id="0" name=""/>
        <dsp:cNvSpPr/>
      </dsp:nvSpPr>
      <dsp:spPr>
        <a:xfrm>
          <a:off x="3436897" y="968017"/>
          <a:ext cx="829729" cy="82972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623586" y="968017"/>
        <a:ext cx="456351" cy="624371"/>
      </dsp:txXfrm>
    </dsp:sp>
    <dsp:sp modelId="{239AF530-C31D-4029-8958-0C0B89CB8A3C}">
      <dsp:nvSpPr>
        <dsp:cNvPr id="0" name=""/>
        <dsp:cNvSpPr/>
      </dsp:nvSpPr>
      <dsp:spPr>
        <a:xfrm>
          <a:off x="3813364" y="2448766"/>
          <a:ext cx="829729" cy="82972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000053" y="2448766"/>
        <a:ext cx="456351" cy="6243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BC9E2B-091D-400A-927D-320E44955547}">
      <dsp:nvSpPr>
        <dsp:cNvPr id="0" name=""/>
        <dsp:cNvSpPr/>
      </dsp:nvSpPr>
      <dsp:spPr>
        <a:xfrm>
          <a:off x="467999" y="333860"/>
          <a:ext cx="1338187" cy="1338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3AD4F2-A646-441F-BD60-66D9326D905F}">
      <dsp:nvSpPr>
        <dsp:cNvPr id="0" name=""/>
        <dsp:cNvSpPr/>
      </dsp:nvSpPr>
      <dsp:spPr>
        <a:xfrm>
          <a:off x="753187" y="619048"/>
          <a:ext cx="767812" cy="767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472BC2-F914-4B02-97C5-FD49E39E80EF}">
      <dsp:nvSpPr>
        <dsp:cNvPr id="0" name=""/>
        <dsp:cNvSpPr/>
      </dsp:nvSpPr>
      <dsp:spPr>
        <a:xfrm>
          <a:off x="40218" y="2088860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Digital Exit Ticket (Mentimeter).</a:t>
          </a:r>
        </a:p>
      </dsp:txBody>
      <dsp:txXfrm>
        <a:off x="40218" y="2088860"/>
        <a:ext cx="2193750" cy="720000"/>
      </dsp:txXfrm>
    </dsp:sp>
    <dsp:sp modelId="{62941D7A-5249-4AE7-AC09-2B26709DF951}">
      <dsp:nvSpPr>
        <dsp:cNvPr id="0" name=""/>
        <dsp:cNvSpPr/>
      </dsp:nvSpPr>
      <dsp:spPr>
        <a:xfrm>
          <a:off x="3045656" y="333860"/>
          <a:ext cx="1338187" cy="1338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C3B256-949A-495D-98ED-E1348C03C781}">
      <dsp:nvSpPr>
        <dsp:cNvPr id="0" name=""/>
        <dsp:cNvSpPr/>
      </dsp:nvSpPr>
      <dsp:spPr>
        <a:xfrm>
          <a:off x="3330843" y="619048"/>
          <a:ext cx="767812" cy="767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B447DC-6454-4E6D-931C-19C63FA06BC3}">
      <dsp:nvSpPr>
        <dsp:cNvPr id="0" name=""/>
        <dsp:cNvSpPr/>
      </dsp:nvSpPr>
      <dsp:spPr>
        <a:xfrm>
          <a:off x="2617875" y="2088860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One question on phone.</a:t>
          </a:r>
        </a:p>
      </dsp:txBody>
      <dsp:txXfrm>
        <a:off x="2617875" y="2088860"/>
        <a:ext cx="2193750" cy="720000"/>
      </dsp:txXfrm>
    </dsp:sp>
    <dsp:sp modelId="{89E4922C-8D87-43B9-9297-1B000EBE842C}">
      <dsp:nvSpPr>
        <dsp:cNvPr id="0" name=""/>
        <dsp:cNvSpPr/>
      </dsp:nvSpPr>
      <dsp:spPr>
        <a:xfrm>
          <a:off x="5623312" y="333860"/>
          <a:ext cx="1338187" cy="1338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0D8670-BC1F-42B7-A978-C33FEF8DEE08}">
      <dsp:nvSpPr>
        <dsp:cNvPr id="0" name=""/>
        <dsp:cNvSpPr/>
      </dsp:nvSpPr>
      <dsp:spPr>
        <a:xfrm>
          <a:off x="5908500" y="619048"/>
          <a:ext cx="767812" cy="767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F6BD7-A99A-449B-B962-0589C55562AC}">
      <dsp:nvSpPr>
        <dsp:cNvPr id="0" name=""/>
        <dsp:cNvSpPr/>
      </dsp:nvSpPr>
      <dsp:spPr>
        <a:xfrm>
          <a:off x="5195531" y="2088860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Answers appear on screen.</a:t>
          </a:r>
        </a:p>
      </dsp:txBody>
      <dsp:txXfrm>
        <a:off x="5195531" y="2088860"/>
        <a:ext cx="219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612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20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478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283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78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54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37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39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94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86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93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2316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579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43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050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2991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49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2808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8" name="Group 217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19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20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21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22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23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24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25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26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27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28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29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30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31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32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33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34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35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36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37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38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39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40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41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42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43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44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45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46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47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48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49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50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51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52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53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54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55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56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57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58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59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60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61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62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63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64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65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66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67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68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69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70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71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72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156" name="Rectangle 15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4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p14="http://schemas.microsoft.com/office/powerpoint/2010/main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5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36749" y="2235200"/>
            <a:ext cx="5270501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4422" y="2900097"/>
            <a:ext cx="8236545" cy="1211524"/>
            <a:chOff x="605895" y="2900097"/>
            <a:chExt cx="10982062" cy="1211524"/>
          </a:xfrm>
          <a:effectLst/>
        </p:grpSpPr>
        <p:sp>
          <p:nvSpPr>
            <p:cNvPr id="277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278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279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280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281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282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283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284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285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286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287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288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289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0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1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2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3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4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5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6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0250" y="2328334"/>
            <a:ext cx="5143500" cy="13678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>
                <a:solidFill>
                  <a:srgbClr val="FFFFFF"/>
                </a:solidFill>
              </a:rPr>
              <a:t>Digital Healing &amp; Youth Feelings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0250" y="3602038"/>
            <a:ext cx="5143500" cy="95302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cap="all">
                <a:solidFill>
                  <a:schemeClr val="bg2"/>
                </a:solidFill>
              </a:rPr>
              <a:t>Using Mentimeter | Inspired by Kazerne Dossin | Mr Aurangzeb</a:t>
            </a:r>
            <a:endParaRPr lang="en-US" sz="2000" cap="all" dirty="0">
              <a:solidFill>
                <a:schemeClr val="bg2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rPr lang="en-AU" dirty="0"/>
              <a:t>Why This Topic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B6871A52-9D84-EB88-DE74-C0C70E9BE0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6375842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4872A0B-8668-4500-9509-EAA581B26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8B504305-5526-408E-85F7-F0BA7E527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5827CE64-2533-45A6-9A39-7D5052E5C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6318" y="618518"/>
            <a:ext cx="3449239" cy="1478570"/>
          </a:xfrm>
        </p:spPr>
        <p:txBody>
          <a:bodyPr>
            <a:normAutofit/>
          </a:bodyPr>
          <a:lstStyle/>
          <a:p>
            <a:r>
              <a:t>Inquiry Question</a:t>
            </a:r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2D695172-FCD9-7E88-C066-F1E3F4E421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43" r="53016" b="-1"/>
          <a:stretch>
            <a:fillRect/>
          </a:stretch>
        </p:blipFill>
        <p:spPr>
          <a:xfrm>
            <a:off x="-4197" y="10"/>
            <a:ext cx="4576197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40590EE-5428-41AA-95B2-96FCC1CE6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94DCC55-99C6-45CF-B357-E3848C809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3D64E32-FF0C-4665-B9D8-D1ECAAE5BA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3675001D-3840-4589-8190-505A7F52F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9E34E87-395F-4023-A80E-D1CBAAEBD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6FB1B38F-1B92-41C3-AA1D-6D6440FB0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02FBE453-FBD2-4348-8DDA-4A023444E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60D719E8-BF78-4F42-B9D1-7F5E02A3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5EC70737-9C19-4CF5-84DA-B22A960D5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88FD042E-E56E-4360-9620-F811AB9A3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18F15D2B-0812-46F6-B0F4-6A6714B54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0C2F2A50-98DD-4F92-BDFE-B72E23576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473541D9-6DAE-4718-97D4-8952F4E7C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3A56C5E9-011C-44D2-AF94-3BF542043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CD279E0E-1CD5-4F41-96A5-3A09707E8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F5A6F094-9E54-4985-8738-D2067A4F0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99D51F59-FA93-490E-B9CF-97BB63747C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3CD83DC6-F4A0-4A4D-AAC3-83983F960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6E9B4028-C74F-4631-8312-68B30E6E6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1E3337C9-1DDE-4E2E-8519-7D2C23C95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754A526E-6EC0-458A-9C4C-008F6749C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6A3DA723-7448-48CF-8BD2-FED2D4FED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9B506EC1-D8A8-4532-B78B-A236567EE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AA9DFB36-74F4-4977-ABC5-3257EDA33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966A7FBA-BB79-4AF0-90C2-5F2BC9F2D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23BB8A47-FF1B-44E5-8D93-7ADF37F1D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E463E1B7-7BED-4425-95B7-F6F75F873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749D0675-4397-4610-9807-2F7C1CC942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DE7617CF-8919-43C3-9557-08D67C7DA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DB68720-7E37-4930-9900-8632140D6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202F13DF-5B76-468E-A95E-80780788B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219143C2-6062-4C2C-9563-6534108E35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38413A0C-26DB-479B-B747-1D8136100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CB526B5F-4FAA-4B4C-8AF8-B98EC74A3D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54FFF88E-6D69-4AE9-8378-D1641915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8008115A-CE00-4E36-BAF1-B511F21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2935DB29-6F85-47D8-863C-11386389D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4FB8E51B-1AC1-4671-B181-473C29BECD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1" name="Freeform 42">
              <a:extLst>
                <a:ext uri="{FF2B5EF4-FFF2-40B4-BE49-F238E27FC236}">
                  <a16:creationId xmlns:a16="http://schemas.microsoft.com/office/drawing/2014/main" id="{91E6AE4F-959F-4ED7-A199-8C0307E40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2" name="Freeform 43">
              <a:extLst>
                <a:ext uri="{FF2B5EF4-FFF2-40B4-BE49-F238E27FC236}">
                  <a16:creationId xmlns:a16="http://schemas.microsoft.com/office/drawing/2014/main" id="{A0445E55-0009-44A5-AA6A-350D9D48A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3" name="Freeform 44">
              <a:extLst>
                <a:ext uri="{FF2B5EF4-FFF2-40B4-BE49-F238E27FC236}">
                  <a16:creationId xmlns:a16="http://schemas.microsoft.com/office/drawing/2014/main" id="{B5291C75-4ECA-4829-B824-5725C3290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793376D-3E7C-4F04-8BC8-EC4820622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3596510A-5528-445D-AFEA-6E3F89BA8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E1B69479-D8C9-4E2E-A931-4D49C4FD7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7" name="Freeform 48">
              <a:extLst>
                <a:ext uri="{FF2B5EF4-FFF2-40B4-BE49-F238E27FC236}">
                  <a16:creationId xmlns:a16="http://schemas.microsoft.com/office/drawing/2014/main" id="{0A759A2E-A8B1-44C8-B3F9-A16714C89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8" name="Freeform 49">
              <a:extLst>
                <a:ext uri="{FF2B5EF4-FFF2-40B4-BE49-F238E27FC236}">
                  <a16:creationId xmlns:a16="http://schemas.microsoft.com/office/drawing/2014/main" id="{6C2B3B3C-1DC9-4352-BB73-801976C8F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9" name="Freeform 50">
              <a:extLst>
                <a:ext uri="{FF2B5EF4-FFF2-40B4-BE49-F238E27FC236}">
                  <a16:creationId xmlns:a16="http://schemas.microsoft.com/office/drawing/2014/main" id="{EE22E3A8-5789-4189-9AC7-98D6826B0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0" name="Freeform 51">
              <a:extLst>
                <a:ext uri="{FF2B5EF4-FFF2-40B4-BE49-F238E27FC236}">
                  <a16:creationId xmlns:a16="http://schemas.microsoft.com/office/drawing/2014/main" id="{9AC0FC74-D003-4D0D-9CAF-F6A03739E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1" name="Freeform 52">
              <a:extLst>
                <a:ext uri="{FF2B5EF4-FFF2-40B4-BE49-F238E27FC236}">
                  <a16:creationId xmlns:a16="http://schemas.microsoft.com/office/drawing/2014/main" id="{126C2057-02E1-4348-ABEB-EAC063A17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2" name="Freeform 53">
              <a:extLst>
                <a:ext uri="{FF2B5EF4-FFF2-40B4-BE49-F238E27FC236}">
                  <a16:creationId xmlns:a16="http://schemas.microsoft.com/office/drawing/2014/main" id="{5150586D-D743-4392-844F-F2AFCCE64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3" name="Freeform 54">
              <a:extLst>
                <a:ext uri="{FF2B5EF4-FFF2-40B4-BE49-F238E27FC236}">
                  <a16:creationId xmlns:a16="http://schemas.microsoft.com/office/drawing/2014/main" id="{9E5B157A-534E-4879-8013-D02864E76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4" name="Freeform 55">
              <a:extLst>
                <a:ext uri="{FF2B5EF4-FFF2-40B4-BE49-F238E27FC236}">
                  <a16:creationId xmlns:a16="http://schemas.microsoft.com/office/drawing/2014/main" id="{CEE2DD73-7E8C-4F26-8E93-8C32D11B2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5" name="Freeform 56">
              <a:extLst>
                <a:ext uri="{FF2B5EF4-FFF2-40B4-BE49-F238E27FC236}">
                  <a16:creationId xmlns:a16="http://schemas.microsoft.com/office/drawing/2014/main" id="{908CAC5F-DD8E-4A58-BD4C-6D8D29FA49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6" name="Freeform 57">
              <a:extLst>
                <a:ext uri="{FF2B5EF4-FFF2-40B4-BE49-F238E27FC236}">
                  <a16:creationId xmlns:a16="http://schemas.microsoft.com/office/drawing/2014/main" id="{20F130CF-281E-408C-9884-5F8B22CA1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7" name="Freeform 58">
              <a:extLst>
                <a:ext uri="{FF2B5EF4-FFF2-40B4-BE49-F238E27FC236}">
                  <a16:creationId xmlns:a16="http://schemas.microsoft.com/office/drawing/2014/main" id="{3BC78068-9115-4D5D-9B2B-6F9BD9C29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6318" y="2249487"/>
            <a:ext cx="3449240" cy="3541714"/>
          </a:xfrm>
        </p:spPr>
        <p:txBody>
          <a:bodyPr>
            <a:normAutofit/>
          </a:bodyPr>
          <a:lstStyle/>
          <a:p>
            <a:r>
              <a:t>How can digital tools help young people share feelings about political decisions?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575" y="-11384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8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</p:grpSp>
      <p:pic>
        <p:nvPicPr>
          <p:cNvPr id="40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2"/>
            <a:ext cx="3046144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3041715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" y="-9998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45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6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1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3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4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5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6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</p:grpSp>
      <p:pic>
        <p:nvPicPr>
          <p:cNvPr id="73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13238"/>
            <a:ext cx="3047039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97" y="1134681"/>
            <a:ext cx="2057483" cy="4255025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Why It Matters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8A6116-85C5-D975-C339-9CEC85B801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296735"/>
              </p:ext>
            </p:extLst>
          </p:nvPr>
        </p:nvGraphicFramePr>
        <p:xfrm>
          <a:off x="3496641" y="1134682"/>
          <a:ext cx="5019561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Today's Activity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6B84CA-9C71-7E34-3B2A-ADD39DE5BF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445894"/>
              </p:ext>
            </p:extLst>
          </p:nvPr>
        </p:nvGraphicFramePr>
        <p:xfrm>
          <a:off x="856059" y="2418820"/>
          <a:ext cx="7429500" cy="3142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60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8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8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8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8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8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8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8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9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9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9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9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9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9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9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9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9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9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0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0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0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0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0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0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0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0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0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2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09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10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11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12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13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14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15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16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17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18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19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4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4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4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4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4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4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4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4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4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5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5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5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5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156" name="Rectangle 15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7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p14="http://schemas.microsoft.com/office/powerpoint/2010/main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9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36749" y="2235200"/>
            <a:ext cx="5270501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4422" y="2900097"/>
            <a:ext cx="8236545" cy="1211524"/>
            <a:chOff x="605895" y="2900097"/>
            <a:chExt cx="10982062" cy="1211524"/>
          </a:xfrm>
          <a:effectLst/>
        </p:grpSpPr>
        <p:sp>
          <p:nvSpPr>
            <p:cNvPr id="16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6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6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6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6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6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6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6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7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7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7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7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7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7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7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7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7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7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8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  <p:sp>
          <p:nvSpPr>
            <p:cNvPr id="18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0250" y="2257935"/>
            <a:ext cx="5143500" cy="13678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Quiz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0250" y="3602038"/>
            <a:ext cx="5143500" cy="95302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cap="all">
                <a:solidFill>
                  <a:schemeClr val="bg2"/>
                </a:solidFill>
              </a:rPr>
              <a:t>One word: How do political decisions make young people feel?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3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2"/>
            <a:ext cx="3046144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3041715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7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897" y="23283"/>
            <a:ext cx="305861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449" y="618518"/>
            <a:ext cx="2138563" cy="1478570"/>
          </a:xfrm>
        </p:spPr>
        <p:txBody>
          <a:bodyPr>
            <a:normAutofit/>
          </a:bodyPr>
          <a:lstStyle/>
          <a:p>
            <a:r>
              <a:rPr lang="en-AU" sz="2800">
                <a:solidFill>
                  <a:srgbClr val="FFFFFF"/>
                </a:solidFill>
              </a:rPr>
              <a:t>Join the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465" y="2249487"/>
            <a:ext cx="2146833" cy="3957302"/>
          </a:xfrm>
        </p:spPr>
        <p:txBody>
          <a:bodyPr>
            <a:normAutofit/>
          </a:bodyPr>
          <a:lstStyle/>
          <a:p>
            <a:r>
              <a:rPr lang="en-US" sz="1200">
                <a:solidFill>
                  <a:srgbClr val="FFFFFF"/>
                </a:solidFill>
              </a:rPr>
              <a:t>You just need to scan the QR code.</a:t>
            </a:r>
          </a:p>
        </p:txBody>
      </p: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40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41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42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43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44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45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46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47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48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49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50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51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052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53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54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55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56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57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58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59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60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61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62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63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64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65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66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3DB443-DA4E-A2AF-3CFB-63DF42CB1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33833" y="860231"/>
            <a:ext cx="5133034" cy="5133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7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9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1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1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2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3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4D6A640B-6684-4338-9199-6EE758735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BAB052D-92E4-4715-895B-E42323075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728807" cy="6858001"/>
            <a:chOff x="0" y="0"/>
            <a:chExt cx="2305051" cy="6858001"/>
          </a:xfrm>
          <a:solidFill>
            <a:schemeClr val="bg2">
              <a:lumMod val="60000"/>
              <a:lumOff val="40000"/>
              <a:alpha val="60000"/>
            </a:schemeClr>
          </a:solidFill>
          <a:effectLst/>
        </p:grpSpPr>
        <p:sp>
          <p:nvSpPr>
            <p:cNvPr id="69" name="Rectangle 5">
              <a:extLst>
                <a:ext uri="{FF2B5EF4-FFF2-40B4-BE49-F238E27FC236}">
                  <a16:creationId xmlns:a16="http://schemas.microsoft.com/office/drawing/2014/main" id="{F9792D54-14D4-44D6-A491-DEA72C26C3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0" name="Freeform 6">
              <a:extLst>
                <a:ext uri="{FF2B5EF4-FFF2-40B4-BE49-F238E27FC236}">
                  <a16:creationId xmlns:a16="http://schemas.microsoft.com/office/drawing/2014/main" id="{D3CB19E7-637B-4FA1-B5E7-E35CF50AD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1" name="Freeform 7">
              <a:extLst>
                <a:ext uri="{FF2B5EF4-FFF2-40B4-BE49-F238E27FC236}">
                  <a16:creationId xmlns:a16="http://schemas.microsoft.com/office/drawing/2014/main" id="{B8CED72B-CBE7-450E-BE7C-247E88439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2" name="Rectangle 8">
              <a:extLst>
                <a:ext uri="{FF2B5EF4-FFF2-40B4-BE49-F238E27FC236}">
                  <a16:creationId xmlns:a16="http://schemas.microsoft.com/office/drawing/2014/main" id="{3BBD7465-3665-40AE-98E8-F8503EE20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3" name="Freeform 9">
              <a:extLst>
                <a:ext uri="{FF2B5EF4-FFF2-40B4-BE49-F238E27FC236}">
                  <a16:creationId xmlns:a16="http://schemas.microsoft.com/office/drawing/2014/main" id="{86CB6F49-3080-4A29-860D-F8F1AC4AC3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EA3A8EBB-EC1C-42C6-B409-E065ACD0EF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0F0AAA08-BD9A-4F88-A60C-F2ECB84CE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6" name="Freeform 12">
              <a:extLst>
                <a:ext uri="{FF2B5EF4-FFF2-40B4-BE49-F238E27FC236}">
                  <a16:creationId xmlns:a16="http://schemas.microsoft.com/office/drawing/2014/main" id="{44ACFC6E-01EE-4A01-8C39-0C4BC6B4EF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7" name="Freeform 13">
              <a:extLst>
                <a:ext uri="{FF2B5EF4-FFF2-40B4-BE49-F238E27FC236}">
                  <a16:creationId xmlns:a16="http://schemas.microsoft.com/office/drawing/2014/main" id="{DDE8B861-702A-45C6-A7C5-D20764B55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8" name="Freeform 14">
              <a:extLst>
                <a:ext uri="{FF2B5EF4-FFF2-40B4-BE49-F238E27FC236}">
                  <a16:creationId xmlns:a16="http://schemas.microsoft.com/office/drawing/2014/main" id="{28DFAFFC-4BAC-4606-8F45-47284ED217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9" name="Freeform 15">
              <a:extLst>
                <a:ext uri="{FF2B5EF4-FFF2-40B4-BE49-F238E27FC236}">
                  <a16:creationId xmlns:a16="http://schemas.microsoft.com/office/drawing/2014/main" id="{B141C913-8CB4-4E5B-B684-BD40367775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" name="Freeform 16">
              <a:extLst>
                <a:ext uri="{FF2B5EF4-FFF2-40B4-BE49-F238E27FC236}">
                  <a16:creationId xmlns:a16="http://schemas.microsoft.com/office/drawing/2014/main" id="{81E80ADE-DC6D-491B-BAC4-A90D44FD4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1" name="Freeform 17">
              <a:extLst>
                <a:ext uri="{FF2B5EF4-FFF2-40B4-BE49-F238E27FC236}">
                  <a16:creationId xmlns:a16="http://schemas.microsoft.com/office/drawing/2014/main" id="{4A425A61-47B5-41CA-A1D6-21C358B89D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2" name="Freeform 18">
              <a:extLst>
                <a:ext uri="{FF2B5EF4-FFF2-40B4-BE49-F238E27FC236}">
                  <a16:creationId xmlns:a16="http://schemas.microsoft.com/office/drawing/2014/main" id="{B44D4532-40A1-4CEB-8A1C-711180D586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3" name="Freeform 19">
              <a:extLst>
                <a:ext uri="{FF2B5EF4-FFF2-40B4-BE49-F238E27FC236}">
                  <a16:creationId xmlns:a16="http://schemas.microsoft.com/office/drawing/2014/main" id="{31056221-3B7D-4E0B-A366-3E03523EF5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4" name="Freeform 20">
              <a:extLst>
                <a:ext uri="{FF2B5EF4-FFF2-40B4-BE49-F238E27FC236}">
                  <a16:creationId xmlns:a16="http://schemas.microsoft.com/office/drawing/2014/main" id="{0F4CE988-2CA1-4875-8419-BC9914E7A9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5" name="Freeform 21">
              <a:extLst>
                <a:ext uri="{FF2B5EF4-FFF2-40B4-BE49-F238E27FC236}">
                  <a16:creationId xmlns:a16="http://schemas.microsoft.com/office/drawing/2014/main" id="{D5E11DED-8522-4839-A2C5-9D64FBB03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6" name="Freeform 22">
              <a:extLst>
                <a:ext uri="{FF2B5EF4-FFF2-40B4-BE49-F238E27FC236}">
                  <a16:creationId xmlns:a16="http://schemas.microsoft.com/office/drawing/2014/main" id="{3A1EE55C-F160-4A56-ABFE-5EE18FE21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7" name="Freeform 23">
              <a:extLst>
                <a:ext uri="{FF2B5EF4-FFF2-40B4-BE49-F238E27FC236}">
                  <a16:creationId xmlns:a16="http://schemas.microsoft.com/office/drawing/2014/main" id="{519A9CFB-FBD5-4742-9228-976E852BCC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8" name="Freeform 24">
              <a:extLst>
                <a:ext uri="{FF2B5EF4-FFF2-40B4-BE49-F238E27FC236}">
                  <a16:creationId xmlns:a16="http://schemas.microsoft.com/office/drawing/2014/main" id="{E808A3F5-6663-49E0-B6BB-AFBBCD508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9" name="Freeform 25">
              <a:extLst>
                <a:ext uri="{FF2B5EF4-FFF2-40B4-BE49-F238E27FC236}">
                  <a16:creationId xmlns:a16="http://schemas.microsoft.com/office/drawing/2014/main" id="{33A492F1-3A43-47FE-8E3E-4BF2B7864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90" name="Freeform 26">
              <a:extLst>
                <a:ext uri="{FF2B5EF4-FFF2-40B4-BE49-F238E27FC236}">
                  <a16:creationId xmlns:a16="http://schemas.microsoft.com/office/drawing/2014/main" id="{2ED7DF23-0B1F-4E17-8EC2-1B74D318F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91" name="Freeform 27">
              <a:extLst>
                <a:ext uri="{FF2B5EF4-FFF2-40B4-BE49-F238E27FC236}">
                  <a16:creationId xmlns:a16="http://schemas.microsoft.com/office/drawing/2014/main" id="{FE1204BD-7481-4989-957D-B61AEA964A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92" name="Freeform 28">
              <a:extLst>
                <a:ext uri="{FF2B5EF4-FFF2-40B4-BE49-F238E27FC236}">
                  <a16:creationId xmlns:a16="http://schemas.microsoft.com/office/drawing/2014/main" id="{DD3C5673-1874-477D-AE35-B37A91974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93" name="Freeform 29">
              <a:extLst>
                <a:ext uri="{FF2B5EF4-FFF2-40B4-BE49-F238E27FC236}">
                  <a16:creationId xmlns:a16="http://schemas.microsoft.com/office/drawing/2014/main" id="{DA963A0C-386F-4A9E-89E8-67081094B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94" name="Freeform 30">
              <a:extLst>
                <a:ext uri="{FF2B5EF4-FFF2-40B4-BE49-F238E27FC236}">
                  <a16:creationId xmlns:a16="http://schemas.microsoft.com/office/drawing/2014/main" id="{D527BB52-D4EE-4CAA-A8A0-53A27DC7FF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95" name="Freeform 31">
              <a:extLst>
                <a:ext uri="{FF2B5EF4-FFF2-40B4-BE49-F238E27FC236}">
                  <a16:creationId xmlns:a16="http://schemas.microsoft.com/office/drawing/2014/main" id="{2A037511-5E0A-4293-81AB-28C5DC96B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96" name="Freeform 32">
              <a:extLst>
                <a:ext uri="{FF2B5EF4-FFF2-40B4-BE49-F238E27FC236}">
                  <a16:creationId xmlns:a16="http://schemas.microsoft.com/office/drawing/2014/main" id="{42A7FE1C-EF14-483B-B5FC-FDC150282A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97" name="Rectangle 33">
              <a:extLst>
                <a:ext uri="{FF2B5EF4-FFF2-40B4-BE49-F238E27FC236}">
                  <a16:creationId xmlns:a16="http://schemas.microsoft.com/office/drawing/2014/main" id="{45A82D49-825B-47BC-8622-A1D54C5C2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98" name="Freeform 34">
              <a:extLst>
                <a:ext uri="{FF2B5EF4-FFF2-40B4-BE49-F238E27FC236}">
                  <a16:creationId xmlns:a16="http://schemas.microsoft.com/office/drawing/2014/main" id="{039D74A5-B4AF-4800-B941-E5F8CD44E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99" name="Freeform 35">
              <a:extLst>
                <a:ext uri="{FF2B5EF4-FFF2-40B4-BE49-F238E27FC236}">
                  <a16:creationId xmlns:a16="http://schemas.microsoft.com/office/drawing/2014/main" id="{70B5D059-1472-474F-BDE6-881B5D1CD7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0" name="Freeform 36">
              <a:extLst>
                <a:ext uri="{FF2B5EF4-FFF2-40B4-BE49-F238E27FC236}">
                  <a16:creationId xmlns:a16="http://schemas.microsoft.com/office/drawing/2014/main" id="{736D79CC-81E0-4C87-ABAC-58197ADBD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1" name="Freeform 37">
              <a:extLst>
                <a:ext uri="{FF2B5EF4-FFF2-40B4-BE49-F238E27FC236}">
                  <a16:creationId xmlns:a16="http://schemas.microsoft.com/office/drawing/2014/main" id="{7E72BA97-1228-4006-B095-8D9FB45FB1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2" name="Freeform 38">
              <a:extLst>
                <a:ext uri="{FF2B5EF4-FFF2-40B4-BE49-F238E27FC236}">
                  <a16:creationId xmlns:a16="http://schemas.microsoft.com/office/drawing/2014/main" id="{36FA3A99-37FB-4B03-A810-425BC9B379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3" name="Freeform 39">
              <a:extLst>
                <a:ext uri="{FF2B5EF4-FFF2-40B4-BE49-F238E27FC236}">
                  <a16:creationId xmlns:a16="http://schemas.microsoft.com/office/drawing/2014/main" id="{2E45B959-2AD5-4FE4-BF6A-4F011011CF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4" name="Freeform 40">
              <a:extLst>
                <a:ext uri="{FF2B5EF4-FFF2-40B4-BE49-F238E27FC236}">
                  <a16:creationId xmlns:a16="http://schemas.microsoft.com/office/drawing/2014/main" id="{CEE29A17-924F-4EED-A18C-E6A0137E52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5" name="Freeform 41">
              <a:extLst>
                <a:ext uri="{FF2B5EF4-FFF2-40B4-BE49-F238E27FC236}">
                  <a16:creationId xmlns:a16="http://schemas.microsoft.com/office/drawing/2014/main" id="{EFB8BDF1-3A59-4EE5-BFAB-4F4B301E3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6" name="Freeform 42">
              <a:extLst>
                <a:ext uri="{FF2B5EF4-FFF2-40B4-BE49-F238E27FC236}">
                  <a16:creationId xmlns:a16="http://schemas.microsoft.com/office/drawing/2014/main" id="{8F94E417-93B4-4071-A6D1-AE66CA682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7" name="Freeform 43">
              <a:extLst>
                <a:ext uri="{FF2B5EF4-FFF2-40B4-BE49-F238E27FC236}">
                  <a16:creationId xmlns:a16="http://schemas.microsoft.com/office/drawing/2014/main" id="{A18F44A8-385D-4EB4-A013-7EB252A2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8" name="Freeform 44">
              <a:extLst>
                <a:ext uri="{FF2B5EF4-FFF2-40B4-BE49-F238E27FC236}">
                  <a16:creationId xmlns:a16="http://schemas.microsoft.com/office/drawing/2014/main" id="{B25FB320-9784-4EA9-B1AE-3BF9106E6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9" name="Rectangle 45">
              <a:extLst>
                <a:ext uri="{FF2B5EF4-FFF2-40B4-BE49-F238E27FC236}">
                  <a16:creationId xmlns:a16="http://schemas.microsoft.com/office/drawing/2014/main" id="{C9EB05E6-5BE4-4EE1-9F0C-E8B57B362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10" name="Freeform 46">
              <a:extLst>
                <a:ext uri="{FF2B5EF4-FFF2-40B4-BE49-F238E27FC236}">
                  <a16:creationId xmlns:a16="http://schemas.microsoft.com/office/drawing/2014/main" id="{C66CAA98-15DB-4EF7-B2CA-54F523A3C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11" name="Freeform 47">
              <a:extLst>
                <a:ext uri="{FF2B5EF4-FFF2-40B4-BE49-F238E27FC236}">
                  <a16:creationId xmlns:a16="http://schemas.microsoft.com/office/drawing/2014/main" id="{7A30C330-EB27-4D08-82D2-7311A8505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12" name="Freeform 48">
              <a:extLst>
                <a:ext uri="{FF2B5EF4-FFF2-40B4-BE49-F238E27FC236}">
                  <a16:creationId xmlns:a16="http://schemas.microsoft.com/office/drawing/2014/main" id="{285C54D0-DCD8-43CD-AE6D-00487565C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13" name="Freeform 49">
              <a:extLst>
                <a:ext uri="{FF2B5EF4-FFF2-40B4-BE49-F238E27FC236}">
                  <a16:creationId xmlns:a16="http://schemas.microsoft.com/office/drawing/2014/main" id="{BC525C34-0A4A-4042-8FA3-F64A115AE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14" name="Freeform 50">
              <a:extLst>
                <a:ext uri="{FF2B5EF4-FFF2-40B4-BE49-F238E27FC236}">
                  <a16:creationId xmlns:a16="http://schemas.microsoft.com/office/drawing/2014/main" id="{870751A2-DBE9-4631-86D3-800E774916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15" name="Freeform 51">
              <a:extLst>
                <a:ext uri="{FF2B5EF4-FFF2-40B4-BE49-F238E27FC236}">
                  <a16:creationId xmlns:a16="http://schemas.microsoft.com/office/drawing/2014/main" id="{ED6D7806-3E23-488D-80ED-281D3DA720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16" name="Freeform 52">
              <a:extLst>
                <a:ext uri="{FF2B5EF4-FFF2-40B4-BE49-F238E27FC236}">
                  <a16:creationId xmlns:a16="http://schemas.microsoft.com/office/drawing/2014/main" id="{170E0895-F9C9-44BA-AF81-F7938C7E4F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17" name="Freeform 53">
              <a:extLst>
                <a:ext uri="{FF2B5EF4-FFF2-40B4-BE49-F238E27FC236}">
                  <a16:creationId xmlns:a16="http://schemas.microsoft.com/office/drawing/2014/main" id="{75AD3DD3-BD4A-4DD9-9AC1-C60E34174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18" name="Freeform 54">
              <a:extLst>
                <a:ext uri="{FF2B5EF4-FFF2-40B4-BE49-F238E27FC236}">
                  <a16:creationId xmlns:a16="http://schemas.microsoft.com/office/drawing/2014/main" id="{D047B55E-0847-4696-8101-A643C3C7E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19" name="Freeform 55">
              <a:extLst>
                <a:ext uri="{FF2B5EF4-FFF2-40B4-BE49-F238E27FC236}">
                  <a16:creationId xmlns:a16="http://schemas.microsoft.com/office/drawing/2014/main" id="{CB3EF1DB-37BD-463B-A542-7AA57DC9F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20" name="Freeform 56">
              <a:extLst>
                <a:ext uri="{FF2B5EF4-FFF2-40B4-BE49-F238E27FC236}">
                  <a16:creationId xmlns:a16="http://schemas.microsoft.com/office/drawing/2014/main" id="{95D0E013-2F18-4248-9D83-3BFF25A05C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21" name="Freeform 57">
              <a:extLst>
                <a:ext uri="{FF2B5EF4-FFF2-40B4-BE49-F238E27FC236}">
                  <a16:creationId xmlns:a16="http://schemas.microsoft.com/office/drawing/2014/main" id="{E7D95722-3A1F-4917-8C16-D4D409941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22" name="Freeform 58">
              <a:extLst>
                <a:ext uri="{FF2B5EF4-FFF2-40B4-BE49-F238E27FC236}">
                  <a16:creationId xmlns:a16="http://schemas.microsoft.com/office/drawing/2014/main" id="{A54912BE-A961-4720-992C-09A2D13DE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</p:grpSp>
      <p:sp useBgFill="1">
        <p:nvSpPr>
          <p:cNvPr id="124" name="Round Diagonal Corner Rectangle 7">
            <a:extLst>
              <a:ext uri="{FF2B5EF4-FFF2-40B4-BE49-F238E27FC236}">
                <a16:creationId xmlns:a16="http://schemas.microsoft.com/office/drawing/2014/main" id="{FF5E4228-419E-44B9-B090-94A9540E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4309" y="0"/>
            <a:ext cx="6099691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0722" y="963613"/>
            <a:ext cx="4510277" cy="41497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/>
              <a:t>Live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5428" y="963612"/>
            <a:ext cx="1876702" cy="41497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r">
              <a:buNone/>
            </a:pPr>
            <a:r>
              <a:rPr lang="en-US" sz="2000" cap="all"/>
              <a:t>We will look at the word cloud together.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4872A0B-8668-4500-9509-EAA581B26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8B504305-5526-408E-85F7-F0BA7E527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5827CE64-2533-45A6-9A39-7D5052E5C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6318" y="618518"/>
            <a:ext cx="3449239" cy="1478570"/>
          </a:xfrm>
        </p:spPr>
        <p:txBody>
          <a:bodyPr>
            <a:normAutofit/>
          </a:bodyPr>
          <a:lstStyle/>
          <a:p>
            <a:r>
              <a:t>Talk</a:t>
            </a:r>
          </a:p>
        </p:txBody>
      </p:sp>
      <p:pic>
        <p:nvPicPr>
          <p:cNvPr id="5" name="Picture 4" descr="Close up image of hands applauding">
            <a:extLst>
              <a:ext uri="{FF2B5EF4-FFF2-40B4-BE49-F238E27FC236}">
                <a16:creationId xmlns:a16="http://schemas.microsoft.com/office/drawing/2014/main" id="{4DBEDFE9-72A0-3F25-C980-C98BEFE1F0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420" r="21038" b="-1"/>
          <a:stretch>
            <a:fillRect/>
          </a:stretch>
        </p:blipFill>
        <p:spPr>
          <a:xfrm>
            <a:off x="-4197" y="10"/>
            <a:ext cx="4576197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40590EE-5428-41AA-95B2-96FCC1CE6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94DCC55-99C6-45CF-B357-E3848C809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3D64E32-FF0C-4665-B9D8-D1ECAAE5BA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3675001D-3840-4589-8190-505A7F52F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9E34E87-395F-4023-A80E-D1CBAAEBD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6FB1B38F-1B92-41C3-AA1D-6D6440FB0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02FBE453-FBD2-4348-8DDA-4A023444E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60D719E8-BF78-4F42-B9D1-7F5E02A3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5EC70737-9C19-4CF5-84DA-B22A960D5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88FD042E-E56E-4360-9620-F811AB9A3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18F15D2B-0812-46F6-B0F4-6A6714B54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0C2F2A50-98DD-4F92-BDFE-B72E23576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473541D9-6DAE-4718-97D4-8952F4E7C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3A56C5E9-011C-44D2-AF94-3BF542043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CD279E0E-1CD5-4F41-96A5-3A09707E8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F5A6F094-9E54-4985-8738-D2067A4F0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99D51F59-FA93-490E-B9CF-97BB63747C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3CD83DC6-F4A0-4A4D-AAC3-83983F960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6E9B4028-C74F-4631-8312-68B30E6E6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1E3337C9-1DDE-4E2E-8519-7D2C23C95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754A526E-6EC0-458A-9C4C-008F6749C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6A3DA723-7448-48CF-8BD2-FED2D4FED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9B506EC1-D8A8-4532-B78B-A236567EE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AA9DFB36-74F4-4977-ABC5-3257EDA33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966A7FBA-BB79-4AF0-90C2-5F2BC9F2D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23BB8A47-FF1B-44E5-8D93-7ADF37F1D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E463E1B7-7BED-4425-95B7-F6F75F873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749D0675-4397-4610-9807-2F7C1CC942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DE7617CF-8919-43C3-9557-08D67C7DA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DB68720-7E37-4930-9900-8632140D6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202F13DF-5B76-468E-A95E-80780788B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219143C2-6062-4C2C-9563-6534108E35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38413A0C-26DB-479B-B747-1D8136100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CB526B5F-4FAA-4B4C-8AF8-B98EC74A3D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54FFF88E-6D69-4AE9-8378-D1641915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8008115A-CE00-4E36-BAF1-B511F21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2935DB29-6F85-47D8-863C-11386389D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4FB8E51B-1AC1-4671-B181-473C29BECD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1" name="Freeform 42">
              <a:extLst>
                <a:ext uri="{FF2B5EF4-FFF2-40B4-BE49-F238E27FC236}">
                  <a16:creationId xmlns:a16="http://schemas.microsoft.com/office/drawing/2014/main" id="{91E6AE4F-959F-4ED7-A199-8C0307E40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2" name="Freeform 43">
              <a:extLst>
                <a:ext uri="{FF2B5EF4-FFF2-40B4-BE49-F238E27FC236}">
                  <a16:creationId xmlns:a16="http://schemas.microsoft.com/office/drawing/2014/main" id="{A0445E55-0009-44A5-AA6A-350D9D48A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3" name="Freeform 44">
              <a:extLst>
                <a:ext uri="{FF2B5EF4-FFF2-40B4-BE49-F238E27FC236}">
                  <a16:creationId xmlns:a16="http://schemas.microsoft.com/office/drawing/2014/main" id="{B5291C75-4ECA-4829-B824-5725C3290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793376D-3E7C-4F04-8BC8-EC4820622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3596510A-5528-445D-AFEA-6E3F89BA8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E1B69479-D8C9-4E2E-A931-4D49C4FD7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7" name="Freeform 48">
              <a:extLst>
                <a:ext uri="{FF2B5EF4-FFF2-40B4-BE49-F238E27FC236}">
                  <a16:creationId xmlns:a16="http://schemas.microsoft.com/office/drawing/2014/main" id="{0A759A2E-A8B1-44C8-B3F9-A16714C89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8" name="Freeform 49">
              <a:extLst>
                <a:ext uri="{FF2B5EF4-FFF2-40B4-BE49-F238E27FC236}">
                  <a16:creationId xmlns:a16="http://schemas.microsoft.com/office/drawing/2014/main" id="{6C2B3B3C-1DC9-4352-BB73-801976C8F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9" name="Freeform 50">
              <a:extLst>
                <a:ext uri="{FF2B5EF4-FFF2-40B4-BE49-F238E27FC236}">
                  <a16:creationId xmlns:a16="http://schemas.microsoft.com/office/drawing/2014/main" id="{EE22E3A8-5789-4189-9AC7-98D6826B0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0" name="Freeform 51">
              <a:extLst>
                <a:ext uri="{FF2B5EF4-FFF2-40B4-BE49-F238E27FC236}">
                  <a16:creationId xmlns:a16="http://schemas.microsoft.com/office/drawing/2014/main" id="{9AC0FC74-D003-4D0D-9CAF-F6A03739E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1" name="Freeform 52">
              <a:extLst>
                <a:ext uri="{FF2B5EF4-FFF2-40B4-BE49-F238E27FC236}">
                  <a16:creationId xmlns:a16="http://schemas.microsoft.com/office/drawing/2014/main" id="{126C2057-02E1-4348-ABEB-EAC063A17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2" name="Freeform 53">
              <a:extLst>
                <a:ext uri="{FF2B5EF4-FFF2-40B4-BE49-F238E27FC236}">
                  <a16:creationId xmlns:a16="http://schemas.microsoft.com/office/drawing/2014/main" id="{5150586D-D743-4392-844F-F2AFCCE64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3" name="Freeform 54">
              <a:extLst>
                <a:ext uri="{FF2B5EF4-FFF2-40B4-BE49-F238E27FC236}">
                  <a16:creationId xmlns:a16="http://schemas.microsoft.com/office/drawing/2014/main" id="{9E5B157A-534E-4879-8013-D02864E76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4" name="Freeform 55">
              <a:extLst>
                <a:ext uri="{FF2B5EF4-FFF2-40B4-BE49-F238E27FC236}">
                  <a16:creationId xmlns:a16="http://schemas.microsoft.com/office/drawing/2014/main" id="{CEE2DD73-7E8C-4F26-8E93-8C32D11B2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5" name="Freeform 56">
              <a:extLst>
                <a:ext uri="{FF2B5EF4-FFF2-40B4-BE49-F238E27FC236}">
                  <a16:creationId xmlns:a16="http://schemas.microsoft.com/office/drawing/2014/main" id="{908CAC5F-DD8E-4A58-BD4C-6D8D29FA49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6" name="Freeform 57">
              <a:extLst>
                <a:ext uri="{FF2B5EF4-FFF2-40B4-BE49-F238E27FC236}">
                  <a16:creationId xmlns:a16="http://schemas.microsoft.com/office/drawing/2014/main" id="{20F130CF-281E-408C-9884-5F8B22CA1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7" name="Freeform 58">
              <a:extLst>
                <a:ext uri="{FF2B5EF4-FFF2-40B4-BE49-F238E27FC236}">
                  <a16:creationId xmlns:a16="http://schemas.microsoft.com/office/drawing/2014/main" id="{3BC78068-9115-4D5D-9B2B-6F9BD9C29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6318" y="2249487"/>
            <a:ext cx="3449240" cy="3541714"/>
          </a:xfrm>
        </p:spPr>
        <p:txBody>
          <a:bodyPr>
            <a:normAutofit/>
          </a:bodyPr>
          <a:lstStyle/>
          <a:p>
            <a:r>
              <a:rPr dirty="0"/>
              <a:t>What emotions appear? </a:t>
            </a:r>
            <a:endParaRPr lang="en-AU" dirty="0"/>
          </a:p>
          <a:p>
            <a:r>
              <a:rPr dirty="0"/>
              <a:t>Why do youth feel this way? </a:t>
            </a:r>
            <a:endParaRPr lang="en-AU" dirty="0"/>
          </a:p>
          <a:p>
            <a:r>
              <a:rPr dirty="0"/>
              <a:t>What helps you feel calm?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 to Healing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tools help express feelings. Calm colours and art reduce stress.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7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9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1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1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2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3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</p:grp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7A070EAD-1DCD-4F3D-BA84-799B891A0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1720" y="1122363"/>
            <a:ext cx="5669279" cy="30273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/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6007" y="4149724"/>
            <a:ext cx="5654992" cy="110807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100" cap="all" dirty="0"/>
              <a:t>A small digital check-in can help healing. Thank you.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E471E13-6104-4637-8A8F-B545529B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69" name="Rectangle 5">
              <a:extLst>
                <a:ext uri="{FF2B5EF4-FFF2-40B4-BE49-F238E27FC236}">
                  <a16:creationId xmlns:a16="http://schemas.microsoft.com/office/drawing/2014/main" id="{802F412D-6781-427D-AB79-09FD610CCE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0" name="Freeform 6">
              <a:extLst>
                <a:ext uri="{FF2B5EF4-FFF2-40B4-BE49-F238E27FC236}">
                  <a16:creationId xmlns:a16="http://schemas.microsoft.com/office/drawing/2014/main" id="{8471B962-D824-43CE-B5DD-704B305B2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1" name="Freeform 7">
              <a:extLst>
                <a:ext uri="{FF2B5EF4-FFF2-40B4-BE49-F238E27FC236}">
                  <a16:creationId xmlns:a16="http://schemas.microsoft.com/office/drawing/2014/main" id="{ED60EBD3-FA75-460B-AFBD-3F234A0CA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2" name="Rectangle 8">
              <a:extLst>
                <a:ext uri="{FF2B5EF4-FFF2-40B4-BE49-F238E27FC236}">
                  <a16:creationId xmlns:a16="http://schemas.microsoft.com/office/drawing/2014/main" id="{D0791244-FBF2-49D9-BDBC-E2E58C86B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3" name="Freeform 9">
              <a:extLst>
                <a:ext uri="{FF2B5EF4-FFF2-40B4-BE49-F238E27FC236}">
                  <a16:creationId xmlns:a16="http://schemas.microsoft.com/office/drawing/2014/main" id="{FEE4C4B1-195C-40F5-A78F-2EB7ED6E6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22766AF8-3850-41E4-80D0-321D9A13D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834F8EE-AB04-42FE-AE7B-3E9C6ACA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6" name="Freeform 12">
              <a:extLst>
                <a:ext uri="{FF2B5EF4-FFF2-40B4-BE49-F238E27FC236}">
                  <a16:creationId xmlns:a16="http://schemas.microsoft.com/office/drawing/2014/main" id="{C86BB534-4617-4275-908E-357CF2246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7" name="Freeform 13">
              <a:extLst>
                <a:ext uri="{FF2B5EF4-FFF2-40B4-BE49-F238E27FC236}">
                  <a16:creationId xmlns:a16="http://schemas.microsoft.com/office/drawing/2014/main" id="{B6DEB58B-8D28-4BE9-9CA9-F4B3A083B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8" name="Freeform 14">
              <a:extLst>
                <a:ext uri="{FF2B5EF4-FFF2-40B4-BE49-F238E27FC236}">
                  <a16:creationId xmlns:a16="http://schemas.microsoft.com/office/drawing/2014/main" id="{25A772BC-4720-4EC2-AD61-A7B74E915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9" name="Freeform 15">
              <a:extLst>
                <a:ext uri="{FF2B5EF4-FFF2-40B4-BE49-F238E27FC236}">
                  <a16:creationId xmlns:a16="http://schemas.microsoft.com/office/drawing/2014/main" id="{60D6B27E-FAC5-4267-80A9-DE4D2E02B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" name="Freeform 16">
              <a:extLst>
                <a:ext uri="{FF2B5EF4-FFF2-40B4-BE49-F238E27FC236}">
                  <a16:creationId xmlns:a16="http://schemas.microsoft.com/office/drawing/2014/main" id="{1F39FA83-D8C8-4CE3-9C62-10375FD04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1" name="Freeform 17">
              <a:extLst>
                <a:ext uri="{FF2B5EF4-FFF2-40B4-BE49-F238E27FC236}">
                  <a16:creationId xmlns:a16="http://schemas.microsoft.com/office/drawing/2014/main" id="{E09B4CF3-A51F-4787-81FE-F5C79BA42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2" name="Freeform 18">
              <a:extLst>
                <a:ext uri="{FF2B5EF4-FFF2-40B4-BE49-F238E27FC236}">
                  <a16:creationId xmlns:a16="http://schemas.microsoft.com/office/drawing/2014/main" id="{6695CB35-74E4-43C0-89F5-9FDA59B3A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3" name="Freeform 19">
              <a:extLst>
                <a:ext uri="{FF2B5EF4-FFF2-40B4-BE49-F238E27FC236}">
                  <a16:creationId xmlns:a16="http://schemas.microsoft.com/office/drawing/2014/main" id="{945450CE-FB13-4C46-825F-5BB191703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4" name="Freeform 20">
              <a:extLst>
                <a:ext uri="{FF2B5EF4-FFF2-40B4-BE49-F238E27FC236}">
                  <a16:creationId xmlns:a16="http://schemas.microsoft.com/office/drawing/2014/main" id="{E80AA0B2-7FE7-4B75-AC25-E0F6C0FE4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5" name="Freeform 21">
              <a:extLst>
                <a:ext uri="{FF2B5EF4-FFF2-40B4-BE49-F238E27FC236}">
                  <a16:creationId xmlns:a16="http://schemas.microsoft.com/office/drawing/2014/main" id="{2E81F7C1-AD8F-41A0-91A8-E05F66CB0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6" name="Freeform 22">
              <a:extLst>
                <a:ext uri="{FF2B5EF4-FFF2-40B4-BE49-F238E27FC236}">
                  <a16:creationId xmlns:a16="http://schemas.microsoft.com/office/drawing/2014/main" id="{F4E8A538-9FFA-4C76-BCE2-D54F56A11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7" name="Freeform 23">
              <a:extLst>
                <a:ext uri="{FF2B5EF4-FFF2-40B4-BE49-F238E27FC236}">
                  <a16:creationId xmlns:a16="http://schemas.microsoft.com/office/drawing/2014/main" id="{3C412824-3CBA-4E74-B2FD-936EA70486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8" name="Freeform 24">
              <a:extLst>
                <a:ext uri="{FF2B5EF4-FFF2-40B4-BE49-F238E27FC236}">
                  <a16:creationId xmlns:a16="http://schemas.microsoft.com/office/drawing/2014/main" id="{E28DC1F0-74FF-4D97-BD4D-FD42DE4AC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9" name="Freeform 25">
              <a:extLst>
                <a:ext uri="{FF2B5EF4-FFF2-40B4-BE49-F238E27FC236}">
                  <a16:creationId xmlns:a16="http://schemas.microsoft.com/office/drawing/2014/main" id="{77CEC4FA-6FD3-4ABF-BF98-94E7947A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90" name="Freeform 26">
              <a:extLst>
                <a:ext uri="{FF2B5EF4-FFF2-40B4-BE49-F238E27FC236}">
                  <a16:creationId xmlns:a16="http://schemas.microsoft.com/office/drawing/2014/main" id="{D4E61DA7-BFA9-48AF-BD6F-EBB15C235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91" name="Freeform 27">
              <a:extLst>
                <a:ext uri="{FF2B5EF4-FFF2-40B4-BE49-F238E27FC236}">
                  <a16:creationId xmlns:a16="http://schemas.microsoft.com/office/drawing/2014/main" id="{57164D6A-1DD9-43AE-878F-A413DC26F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92" name="Freeform 28">
              <a:extLst>
                <a:ext uri="{FF2B5EF4-FFF2-40B4-BE49-F238E27FC236}">
                  <a16:creationId xmlns:a16="http://schemas.microsoft.com/office/drawing/2014/main" id="{4949EBA6-53D9-4F2D-91DB-EA7AE260F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93" name="Freeform 29">
              <a:extLst>
                <a:ext uri="{FF2B5EF4-FFF2-40B4-BE49-F238E27FC236}">
                  <a16:creationId xmlns:a16="http://schemas.microsoft.com/office/drawing/2014/main" id="{0AFEA5FA-F759-441C-A0BC-7EDC79A67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94" name="Freeform 30">
              <a:extLst>
                <a:ext uri="{FF2B5EF4-FFF2-40B4-BE49-F238E27FC236}">
                  <a16:creationId xmlns:a16="http://schemas.microsoft.com/office/drawing/2014/main" id="{5B913AE0-5DC8-4244-8C26-ED97F834E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95" name="Freeform 31">
              <a:extLst>
                <a:ext uri="{FF2B5EF4-FFF2-40B4-BE49-F238E27FC236}">
                  <a16:creationId xmlns:a16="http://schemas.microsoft.com/office/drawing/2014/main" id="{A87DB58A-25D2-46F1-85E3-06F964D01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96" name="Freeform 32">
              <a:extLst>
                <a:ext uri="{FF2B5EF4-FFF2-40B4-BE49-F238E27FC236}">
                  <a16:creationId xmlns:a16="http://schemas.microsoft.com/office/drawing/2014/main" id="{E7AE8209-F3E7-4ACA-98D0-90B282A147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97" name="Rectangle 33">
              <a:extLst>
                <a:ext uri="{FF2B5EF4-FFF2-40B4-BE49-F238E27FC236}">
                  <a16:creationId xmlns:a16="http://schemas.microsoft.com/office/drawing/2014/main" id="{1CED7927-A7C7-444A-A8F3-6348852AE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98" name="Freeform 34">
              <a:extLst>
                <a:ext uri="{FF2B5EF4-FFF2-40B4-BE49-F238E27FC236}">
                  <a16:creationId xmlns:a16="http://schemas.microsoft.com/office/drawing/2014/main" id="{08BEDF90-F9A6-4DE4-94B6-43E416039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99" name="Freeform 35">
              <a:extLst>
                <a:ext uri="{FF2B5EF4-FFF2-40B4-BE49-F238E27FC236}">
                  <a16:creationId xmlns:a16="http://schemas.microsoft.com/office/drawing/2014/main" id="{36540D5F-1C77-438A-BF12-56455C472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0" name="Freeform 36">
              <a:extLst>
                <a:ext uri="{FF2B5EF4-FFF2-40B4-BE49-F238E27FC236}">
                  <a16:creationId xmlns:a16="http://schemas.microsoft.com/office/drawing/2014/main" id="{52FC779A-BC55-40AC-8FFD-E014F8C05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1" name="Freeform 37">
              <a:extLst>
                <a:ext uri="{FF2B5EF4-FFF2-40B4-BE49-F238E27FC236}">
                  <a16:creationId xmlns:a16="http://schemas.microsoft.com/office/drawing/2014/main" id="{63E42DE5-DC0E-4043-8A35-20C53074A2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2" name="Freeform 38">
              <a:extLst>
                <a:ext uri="{FF2B5EF4-FFF2-40B4-BE49-F238E27FC236}">
                  <a16:creationId xmlns:a16="http://schemas.microsoft.com/office/drawing/2014/main" id="{41581FA6-993A-4899-ADF1-0A83A623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3" name="Freeform 39">
              <a:extLst>
                <a:ext uri="{FF2B5EF4-FFF2-40B4-BE49-F238E27FC236}">
                  <a16:creationId xmlns:a16="http://schemas.microsoft.com/office/drawing/2014/main" id="{33C4FDB9-01D2-4CB0-BFED-216CAC7EB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4" name="Freeform 40">
              <a:extLst>
                <a:ext uri="{FF2B5EF4-FFF2-40B4-BE49-F238E27FC236}">
                  <a16:creationId xmlns:a16="http://schemas.microsoft.com/office/drawing/2014/main" id="{34E715AB-2B68-41C4-A61F-02C413F242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5" name="Freeform 41">
              <a:extLst>
                <a:ext uri="{FF2B5EF4-FFF2-40B4-BE49-F238E27FC236}">
                  <a16:creationId xmlns:a16="http://schemas.microsoft.com/office/drawing/2014/main" id="{D3861C35-D060-408D-9871-4DA2D0547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6" name="Freeform 42">
              <a:extLst>
                <a:ext uri="{FF2B5EF4-FFF2-40B4-BE49-F238E27FC236}">
                  <a16:creationId xmlns:a16="http://schemas.microsoft.com/office/drawing/2014/main" id="{B4F4F38F-33FE-48A0-986D-FB771F18B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7" name="Freeform 43">
              <a:extLst>
                <a:ext uri="{FF2B5EF4-FFF2-40B4-BE49-F238E27FC236}">
                  <a16:creationId xmlns:a16="http://schemas.microsoft.com/office/drawing/2014/main" id="{50FCFC8E-2DC3-4F27-9E02-196830E78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8" name="Freeform 44">
              <a:extLst>
                <a:ext uri="{FF2B5EF4-FFF2-40B4-BE49-F238E27FC236}">
                  <a16:creationId xmlns:a16="http://schemas.microsoft.com/office/drawing/2014/main" id="{3A6EE414-1500-4144-B453-BA950E510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09" name="Rectangle 45">
              <a:extLst>
                <a:ext uri="{FF2B5EF4-FFF2-40B4-BE49-F238E27FC236}">
                  <a16:creationId xmlns:a16="http://schemas.microsoft.com/office/drawing/2014/main" id="{0C1A9D8A-5515-4C84-AE17-A6D51243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10" name="Freeform 46">
              <a:extLst>
                <a:ext uri="{FF2B5EF4-FFF2-40B4-BE49-F238E27FC236}">
                  <a16:creationId xmlns:a16="http://schemas.microsoft.com/office/drawing/2014/main" id="{E8E7C8C7-FE85-4C8F-960C-3748511E0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11" name="Freeform 47">
              <a:extLst>
                <a:ext uri="{FF2B5EF4-FFF2-40B4-BE49-F238E27FC236}">
                  <a16:creationId xmlns:a16="http://schemas.microsoft.com/office/drawing/2014/main" id="{33DF2ED7-F601-4A9F-AA50-822ED85D56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12" name="Freeform 48">
              <a:extLst>
                <a:ext uri="{FF2B5EF4-FFF2-40B4-BE49-F238E27FC236}">
                  <a16:creationId xmlns:a16="http://schemas.microsoft.com/office/drawing/2014/main" id="{FEDB3A05-6FDD-4E87-B800-8F9975244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13" name="Freeform 49">
              <a:extLst>
                <a:ext uri="{FF2B5EF4-FFF2-40B4-BE49-F238E27FC236}">
                  <a16:creationId xmlns:a16="http://schemas.microsoft.com/office/drawing/2014/main" id="{AD6225C0-E391-49D5-9A7B-57C5ED60E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14" name="Freeform 50">
              <a:extLst>
                <a:ext uri="{FF2B5EF4-FFF2-40B4-BE49-F238E27FC236}">
                  <a16:creationId xmlns:a16="http://schemas.microsoft.com/office/drawing/2014/main" id="{B814B458-45E5-451C-9CBD-027E3776A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15" name="Freeform 51">
              <a:extLst>
                <a:ext uri="{FF2B5EF4-FFF2-40B4-BE49-F238E27FC236}">
                  <a16:creationId xmlns:a16="http://schemas.microsoft.com/office/drawing/2014/main" id="{59167140-9A0D-4FE7-8E37-2CD613011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16" name="Freeform 52">
              <a:extLst>
                <a:ext uri="{FF2B5EF4-FFF2-40B4-BE49-F238E27FC236}">
                  <a16:creationId xmlns:a16="http://schemas.microsoft.com/office/drawing/2014/main" id="{2D38B213-991B-495D-8886-04CAD44C7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17" name="Freeform 53">
              <a:extLst>
                <a:ext uri="{FF2B5EF4-FFF2-40B4-BE49-F238E27FC236}">
                  <a16:creationId xmlns:a16="http://schemas.microsoft.com/office/drawing/2014/main" id="{67C1C3DA-3972-4D98-9D9E-390461B28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18" name="Freeform 54">
              <a:extLst>
                <a:ext uri="{FF2B5EF4-FFF2-40B4-BE49-F238E27FC236}">
                  <a16:creationId xmlns:a16="http://schemas.microsoft.com/office/drawing/2014/main" id="{972F8941-61DB-48E1-B9C1-E73247056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19" name="Freeform 55">
              <a:extLst>
                <a:ext uri="{FF2B5EF4-FFF2-40B4-BE49-F238E27FC236}">
                  <a16:creationId xmlns:a16="http://schemas.microsoft.com/office/drawing/2014/main" id="{857B495F-5C9B-435F-8D39-45CC57471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20" name="Freeform 56">
              <a:extLst>
                <a:ext uri="{FF2B5EF4-FFF2-40B4-BE49-F238E27FC236}">
                  <a16:creationId xmlns:a16="http://schemas.microsoft.com/office/drawing/2014/main" id="{B607428B-B7C9-4017-84F8-19C9B2134A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21" name="Freeform 57">
              <a:extLst>
                <a:ext uri="{FF2B5EF4-FFF2-40B4-BE49-F238E27FC236}">
                  <a16:creationId xmlns:a16="http://schemas.microsoft.com/office/drawing/2014/main" id="{A20C5139-2108-4F5E-B892-64F1D8605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122" name="Freeform 58">
              <a:extLst>
                <a:ext uri="{FF2B5EF4-FFF2-40B4-BE49-F238E27FC236}">
                  <a16:creationId xmlns:a16="http://schemas.microsoft.com/office/drawing/2014/main" id="{C2A51623-F2F3-4584-93F5-598E56A5F4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</p:grp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35</TotalTime>
  <Words>180</Words>
  <Application>Microsoft Office PowerPoint</Application>
  <PresentationFormat>On-screen Show (4:3)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</vt:lpstr>
      <vt:lpstr>Digital Healing &amp; Youth Feelings</vt:lpstr>
      <vt:lpstr>Why This Topic</vt:lpstr>
      <vt:lpstr>Inquiry Question</vt:lpstr>
      <vt:lpstr>Why It Matters</vt:lpstr>
      <vt:lpstr>Today's Activity</vt:lpstr>
      <vt:lpstr>Quiz Question</vt:lpstr>
      <vt:lpstr>Join the Quiz</vt:lpstr>
      <vt:lpstr>Live Answers</vt:lpstr>
      <vt:lpstr>Talk</vt:lpstr>
      <vt:lpstr>Link to Healing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Aurangzeb Aurangzeb</cp:lastModifiedBy>
  <cp:revision>2</cp:revision>
  <dcterms:created xsi:type="dcterms:W3CDTF">2013-01-27T09:14:16Z</dcterms:created>
  <dcterms:modified xsi:type="dcterms:W3CDTF">2026-02-19T21:36:30Z</dcterms:modified>
  <cp:category/>
</cp:coreProperties>
</file>